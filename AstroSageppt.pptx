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1" r:id="rId1"/>
  </p:sldMasterIdLst>
  <p:sldIdLst>
    <p:sldId id="268" r:id="rId2"/>
    <p:sldId id="269" r:id="rId3"/>
    <p:sldId id="281" r:id="rId4"/>
    <p:sldId id="270" r:id="rId5"/>
    <p:sldId id="271" r:id="rId6"/>
    <p:sldId id="275" r:id="rId7"/>
    <p:sldId id="276" r:id="rId8"/>
    <p:sldId id="277" r:id="rId9"/>
    <p:sldId id="278" r:id="rId10"/>
    <p:sldId id="282" r:id="rId11"/>
    <p:sldId id="283" r:id="rId12"/>
    <p:sldId id="284" r:id="rId13"/>
    <p:sldId id="285" r:id="rId14"/>
    <p:sldId id="272" r:id="rId15"/>
    <p:sldId id="279" r:id="rId16"/>
    <p:sldId id="280" r:id="rId17"/>
    <p:sldId id="273"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5C0B"/>
    <a:srgbClr val="FEF8F1"/>
    <a:srgbClr val="FFCB0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844D0A-0646-47FE-A422-FFE530ABF5E3}" v="1168" dt="2026-01-06T04:58:26.1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5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e kk" userId="87807646f2a9d0d1" providerId="LiveId" clId="{5556B168-51B8-473E-A0B6-5F931AD8810B}"/>
    <pc:docChg chg="undo redo custSel addSld delSld modSld sldOrd modMainMaster">
      <pc:chgData name="ere kk" userId="87807646f2a9d0d1" providerId="LiveId" clId="{5556B168-51B8-473E-A0B6-5F931AD8810B}" dt="2026-01-06T04:58:33.593" v="2001" actId="14100"/>
      <pc:docMkLst>
        <pc:docMk/>
      </pc:docMkLst>
      <pc:sldChg chg="modSp new mod">
        <pc:chgData name="ere kk" userId="87807646f2a9d0d1" providerId="LiveId" clId="{5556B168-51B8-473E-A0B6-5F931AD8810B}" dt="2025-12-30T05:55:44.105" v="617"/>
        <pc:sldMkLst>
          <pc:docMk/>
          <pc:sldMk cId="2254235153" sldId="268"/>
        </pc:sldMkLst>
        <pc:spChg chg="mod">
          <ac:chgData name="ere kk" userId="87807646f2a9d0d1" providerId="LiveId" clId="{5556B168-51B8-473E-A0B6-5F931AD8810B}" dt="2025-12-30T05:55:44.105" v="617"/>
          <ac:spMkLst>
            <pc:docMk/>
            <pc:sldMk cId="2254235153" sldId="268"/>
            <ac:spMk id="2" creationId="{ECD1B46C-67A8-BBDA-76CF-53D8FD834165}"/>
          </ac:spMkLst>
        </pc:spChg>
        <pc:spChg chg="mod">
          <ac:chgData name="ere kk" userId="87807646f2a9d0d1" providerId="LiveId" clId="{5556B168-51B8-473E-A0B6-5F931AD8810B}" dt="2025-12-30T05:55:44.105" v="617"/>
          <ac:spMkLst>
            <pc:docMk/>
            <pc:sldMk cId="2254235153" sldId="268"/>
            <ac:spMk id="3" creationId="{BEB4407D-3BD9-FA60-2167-E56F280CC929}"/>
          </ac:spMkLst>
        </pc:spChg>
      </pc:sldChg>
      <pc:sldChg chg="addSp modSp new mod">
        <pc:chgData name="ere kk" userId="87807646f2a9d0d1" providerId="LiveId" clId="{5556B168-51B8-473E-A0B6-5F931AD8810B}" dt="2025-12-30T05:55:44.105" v="617"/>
        <pc:sldMkLst>
          <pc:docMk/>
          <pc:sldMk cId="2237709312" sldId="269"/>
        </pc:sldMkLst>
        <pc:spChg chg="mod">
          <ac:chgData name="ere kk" userId="87807646f2a9d0d1" providerId="LiveId" clId="{5556B168-51B8-473E-A0B6-5F931AD8810B}" dt="2025-12-30T05:55:44.105" v="617"/>
          <ac:spMkLst>
            <pc:docMk/>
            <pc:sldMk cId="2237709312" sldId="269"/>
            <ac:spMk id="2" creationId="{6E57BC2B-7D1D-8F2F-2E3A-B966EAAA1996}"/>
          </ac:spMkLst>
        </pc:spChg>
        <pc:spChg chg="add mod">
          <ac:chgData name="ere kk" userId="87807646f2a9d0d1" providerId="LiveId" clId="{5556B168-51B8-473E-A0B6-5F931AD8810B}" dt="2025-12-23T06:51:45.612" v="178" actId="123"/>
          <ac:spMkLst>
            <pc:docMk/>
            <pc:sldMk cId="2237709312" sldId="269"/>
            <ac:spMk id="3" creationId="{E453729E-CE11-508D-C93F-0EEDC7C1DF93}"/>
          </ac:spMkLst>
        </pc:spChg>
      </pc:sldChg>
      <pc:sldChg chg="addSp delSp modSp new mod">
        <pc:chgData name="ere kk" userId="87807646f2a9d0d1" providerId="LiveId" clId="{5556B168-51B8-473E-A0B6-5F931AD8810B}" dt="2025-12-30T05:55:44.105" v="617"/>
        <pc:sldMkLst>
          <pc:docMk/>
          <pc:sldMk cId="157746181" sldId="270"/>
        </pc:sldMkLst>
        <pc:spChg chg="mod">
          <ac:chgData name="ere kk" userId="87807646f2a9d0d1" providerId="LiveId" clId="{5556B168-51B8-473E-A0B6-5F931AD8810B}" dt="2025-12-30T05:55:44.105" v="617"/>
          <ac:spMkLst>
            <pc:docMk/>
            <pc:sldMk cId="157746181" sldId="270"/>
            <ac:spMk id="2" creationId="{4C3A9F09-2804-FCB3-97FC-47FBDFFD1834}"/>
          </ac:spMkLst>
        </pc:spChg>
        <pc:spChg chg="mod">
          <ac:chgData name="ere kk" userId="87807646f2a9d0d1" providerId="LiveId" clId="{5556B168-51B8-473E-A0B6-5F931AD8810B}" dt="2025-12-23T07:10:04.645" v="401" actId="20577"/>
          <ac:spMkLst>
            <pc:docMk/>
            <pc:sldMk cId="157746181" sldId="270"/>
            <ac:spMk id="19" creationId="{2C2EEC4D-2689-CB3A-B929-A18E757E6AFA}"/>
          </ac:spMkLst>
        </pc:spChg>
        <pc:spChg chg="mod">
          <ac:chgData name="ere kk" userId="87807646f2a9d0d1" providerId="LiveId" clId="{5556B168-51B8-473E-A0B6-5F931AD8810B}" dt="2025-12-23T07:09:56.025" v="378"/>
          <ac:spMkLst>
            <pc:docMk/>
            <pc:sldMk cId="157746181" sldId="270"/>
            <ac:spMk id="23" creationId="{154D3AB0-27FE-ABB9-C7EF-3DF68FDB1F15}"/>
          </ac:spMkLst>
        </pc:spChg>
        <pc:spChg chg="mod">
          <ac:chgData name="ere kk" userId="87807646f2a9d0d1" providerId="LiveId" clId="{5556B168-51B8-473E-A0B6-5F931AD8810B}" dt="2025-12-23T07:09:56.025" v="378"/>
          <ac:spMkLst>
            <pc:docMk/>
            <pc:sldMk cId="157746181" sldId="270"/>
            <ac:spMk id="24" creationId="{108C4AF8-6D9C-92DA-C94F-E78DEEF957D6}"/>
          </ac:spMkLst>
        </pc:spChg>
        <pc:spChg chg="add mod">
          <ac:chgData name="ere kk" userId="87807646f2a9d0d1" providerId="LiveId" clId="{5556B168-51B8-473E-A0B6-5F931AD8810B}" dt="2025-12-23T07:09:56.025" v="378"/>
          <ac:spMkLst>
            <pc:docMk/>
            <pc:sldMk cId="157746181" sldId="270"/>
            <ac:spMk id="26" creationId="{858E6E15-6260-F172-0464-70D3C6C3BE65}"/>
          </ac:spMkLst>
        </pc:spChg>
        <pc:spChg chg="add mod">
          <ac:chgData name="ere kk" userId="87807646f2a9d0d1" providerId="LiveId" clId="{5556B168-51B8-473E-A0B6-5F931AD8810B}" dt="2025-12-23T07:09:56.025" v="378"/>
          <ac:spMkLst>
            <pc:docMk/>
            <pc:sldMk cId="157746181" sldId="270"/>
            <ac:spMk id="27" creationId="{01A77E14-3CD3-A2FD-5C87-CDC54C5B545C}"/>
          </ac:spMkLst>
        </pc:spChg>
        <pc:spChg chg="add mod">
          <ac:chgData name="ere kk" userId="87807646f2a9d0d1" providerId="LiveId" clId="{5556B168-51B8-473E-A0B6-5F931AD8810B}" dt="2025-12-23T07:09:56.025" v="378"/>
          <ac:spMkLst>
            <pc:docMk/>
            <pc:sldMk cId="157746181" sldId="270"/>
            <ac:spMk id="31" creationId="{EB67E6EA-A03C-E993-0D9A-BDE3E1E70C82}"/>
          </ac:spMkLst>
        </pc:spChg>
        <pc:spChg chg="add mod">
          <ac:chgData name="ere kk" userId="87807646f2a9d0d1" providerId="LiveId" clId="{5556B168-51B8-473E-A0B6-5F931AD8810B}" dt="2025-12-23T07:09:56.025" v="378"/>
          <ac:spMkLst>
            <pc:docMk/>
            <pc:sldMk cId="157746181" sldId="270"/>
            <ac:spMk id="32" creationId="{717114CC-1C51-1298-4CDB-A88C6FF5037A}"/>
          </ac:spMkLst>
        </pc:spChg>
        <pc:spChg chg="add mod">
          <ac:chgData name="ere kk" userId="87807646f2a9d0d1" providerId="LiveId" clId="{5556B168-51B8-473E-A0B6-5F931AD8810B}" dt="2025-12-23T07:09:56.025" v="378"/>
          <ac:spMkLst>
            <pc:docMk/>
            <pc:sldMk cId="157746181" sldId="270"/>
            <ac:spMk id="36" creationId="{900DED16-854A-74A3-C8A3-1570DE0510FF}"/>
          </ac:spMkLst>
        </pc:spChg>
        <pc:spChg chg="add mod">
          <ac:chgData name="ere kk" userId="87807646f2a9d0d1" providerId="LiveId" clId="{5556B168-51B8-473E-A0B6-5F931AD8810B}" dt="2025-12-23T07:09:56.025" v="378"/>
          <ac:spMkLst>
            <pc:docMk/>
            <pc:sldMk cId="157746181" sldId="270"/>
            <ac:spMk id="38" creationId="{9AD37959-FD94-E1BB-3D93-33BE57C2AC85}"/>
          </ac:spMkLst>
        </pc:spChg>
        <pc:spChg chg="add mod">
          <ac:chgData name="ere kk" userId="87807646f2a9d0d1" providerId="LiveId" clId="{5556B168-51B8-473E-A0B6-5F931AD8810B}" dt="2025-12-23T07:09:56.025" v="378"/>
          <ac:spMkLst>
            <pc:docMk/>
            <pc:sldMk cId="157746181" sldId="270"/>
            <ac:spMk id="39" creationId="{CD87B3D0-79AE-4360-F510-9417E1C58AA0}"/>
          </ac:spMkLst>
        </pc:spChg>
        <pc:spChg chg="add mod">
          <ac:chgData name="ere kk" userId="87807646f2a9d0d1" providerId="LiveId" clId="{5556B168-51B8-473E-A0B6-5F931AD8810B}" dt="2025-12-23T07:09:56.025" v="378"/>
          <ac:spMkLst>
            <pc:docMk/>
            <pc:sldMk cId="157746181" sldId="270"/>
            <ac:spMk id="40" creationId="{79CB9A7C-C085-C6C2-D801-4DE653E8CC5E}"/>
          </ac:spMkLst>
        </pc:spChg>
      </pc:sldChg>
      <pc:sldChg chg="addSp delSp modSp new mod">
        <pc:chgData name="ere kk" userId="87807646f2a9d0d1" providerId="LiveId" clId="{5556B168-51B8-473E-A0B6-5F931AD8810B}" dt="2025-12-30T06:18:44.610" v="1317" actId="1076"/>
        <pc:sldMkLst>
          <pc:docMk/>
          <pc:sldMk cId="1127735846" sldId="271"/>
        </pc:sldMkLst>
        <pc:spChg chg="mod">
          <ac:chgData name="ere kk" userId="87807646f2a9d0d1" providerId="LiveId" clId="{5556B168-51B8-473E-A0B6-5F931AD8810B}" dt="2025-12-30T05:55:44.105" v="617"/>
          <ac:spMkLst>
            <pc:docMk/>
            <pc:sldMk cId="1127735846" sldId="271"/>
            <ac:spMk id="2" creationId="{083C7FD6-EA2D-84BD-1276-A8AA141B0781}"/>
          </ac:spMkLst>
        </pc:spChg>
        <pc:spChg chg="add del mod">
          <ac:chgData name="ere kk" userId="87807646f2a9d0d1" providerId="LiveId" clId="{5556B168-51B8-473E-A0B6-5F931AD8810B}" dt="2025-12-30T06:18:44.610" v="1317" actId="1076"/>
          <ac:spMkLst>
            <pc:docMk/>
            <pc:sldMk cId="1127735846" sldId="271"/>
            <ac:spMk id="7" creationId="{505DC97F-A0D8-63F0-8CA4-4DEF104AA5AA}"/>
          </ac:spMkLst>
        </pc:spChg>
        <pc:spChg chg="add del mod">
          <ac:chgData name="ere kk" userId="87807646f2a9d0d1" providerId="LiveId" clId="{5556B168-51B8-473E-A0B6-5F931AD8810B}" dt="2025-12-30T06:18:39.014" v="1316" actId="1076"/>
          <ac:spMkLst>
            <pc:docMk/>
            <pc:sldMk cId="1127735846" sldId="271"/>
            <ac:spMk id="8" creationId="{653240E5-9D44-C137-4D93-E90CED45D97B}"/>
          </ac:spMkLst>
        </pc:spChg>
        <pc:spChg chg="add del mod">
          <ac:chgData name="ere kk" userId="87807646f2a9d0d1" providerId="LiveId" clId="{5556B168-51B8-473E-A0B6-5F931AD8810B}" dt="2025-12-30T06:18:28.288" v="1314" actId="1076"/>
          <ac:spMkLst>
            <pc:docMk/>
            <pc:sldMk cId="1127735846" sldId="271"/>
            <ac:spMk id="9" creationId="{897D9D28-733E-9841-C770-2842B7A966C7}"/>
          </ac:spMkLst>
        </pc:spChg>
        <pc:spChg chg="add del mod">
          <ac:chgData name="ere kk" userId="87807646f2a9d0d1" providerId="LiveId" clId="{5556B168-51B8-473E-A0B6-5F931AD8810B}" dt="2025-12-30T06:18:20.864" v="1313" actId="1076"/>
          <ac:spMkLst>
            <pc:docMk/>
            <pc:sldMk cId="1127735846" sldId="271"/>
            <ac:spMk id="10" creationId="{A4681337-04C1-7BF1-128C-14771FE7B6C4}"/>
          </ac:spMkLst>
        </pc:spChg>
        <pc:spChg chg="add del mod">
          <ac:chgData name="ere kk" userId="87807646f2a9d0d1" providerId="LiveId" clId="{5556B168-51B8-473E-A0B6-5F931AD8810B}" dt="2025-12-30T06:18:32.531" v="1315" actId="1076"/>
          <ac:spMkLst>
            <pc:docMk/>
            <pc:sldMk cId="1127735846" sldId="271"/>
            <ac:spMk id="11" creationId="{17EA4B2F-2356-A363-6BA8-E1602D01A9DD}"/>
          </ac:spMkLst>
        </pc:spChg>
      </pc:sldChg>
      <pc:sldChg chg="addSp delSp modSp new mod">
        <pc:chgData name="ere kk" userId="87807646f2a9d0d1" providerId="LiveId" clId="{5556B168-51B8-473E-A0B6-5F931AD8810B}" dt="2026-01-06T04:58:33.593" v="2001" actId="14100"/>
        <pc:sldMkLst>
          <pc:docMk/>
          <pc:sldMk cId="3530966779" sldId="272"/>
        </pc:sldMkLst>
        <pc:spChg chg="mod">
          <ac:chgData name="ere kk" userId="87807646f2a9d0d1" providerId="LiveId" clId="{5556B168-51B8-473E-A0B6-5F931AD8810B}" dt="2025-12-30T05:55:44.105" v="617"/>
          <ac:spMkLst>
            <pc:docMk/>
            <pc:sldMk cId="3530966779" sldId="272"/>
            <ac:spMk id="2" creationId="{DF72ADDD-7160-78AB-65CE-A2E244841025}"/>
          </ac:spMkLst>
        </pc:spChg>
        <pc:spChg chg="add del mod">
          <ac:chgData name="ere kk" userId="87807646f2a9d0d1" providerId="LiveId" clId="{5556B168-51B8-473E-A0B6-5F931AD8810B}" dt="2026-01-06T04:58:26.105" v="1998"/>
          <ac:spMkLst>
            <pc:docMk/>
            <pc:sldMk cId="3530966779" sldId="272"/>
            <ac:spMk id="4" creationId="{D08BE0DC-7107-3EC4-1906-42C89B0AF9C7}"/>
          </ac:spMkLst>
        </pc:spChg>
        <pc:picChg chg="add del mod">
          <ac:chgData name="ere kk" userId="87807646f2a9d0d1" providerId="LiveId" clId="{5556B168-51B8-473E-A0B6-5F931AD8810B}" dt="2026-01-06T04:57:52.790" v="1997" actId="478"/>
          <ac:picMkLst>
            <pc:docMk/>
            <pc:sldMk cId="3530966779" sldId="272"/>
            <ac:picMk id="5" creationId="{0E249954-8FE0-604E-5A21-4518425F343F}"/>
          </ac:picMkLst>
        </pc:picChg>
        <pc:picChg chg="add mod">
          <ac:chgData name="ere kk" userId="87807646f2a9d0d1" providerId="LiveId" clId="{5556B168-51B8-473E-A0B6-5F931AD8810B}" dt="2026-01-06T04:58:33.593" v="2001" actId="14100"/>
          <ac:picMkLst>
            <pc:docMk/>
            <pc:sldMk cId="3530966779" sldId="272"/>
            <ac:picMk id="7" creationId="{0DC3CF25-429E-36AD-0823-72B01DDF2561}"/>
          </ac:picMkLst>
        </pc:picChg>
      </pc:sldChg>
      <pc:sldChg chg="modSp new mod">
        <pc:chgData name="ere kk" userId="87807646f2a9d0d1" providerId="LiveId" clId="{5556B168-51B8-473E-A0B6-5F931AD8810B}" dt="2025-12-30T05:55:44.105" v="617"/>
        <pc:sldMkLst>
          <pc:docMk/>
          <pc:sldMk cId="3191189087" sldId="273"/>
        </pc:sldMkLst>
        <pc:spChg chg="mod">
          <ac:chgData name="ere kk" userId="87807646f2a9d0d1" providerId="LiveId" clId="{5556B168-51B8-473E-A0B6-5F931AD8810B}" dt="2025-12-23T07:08:10.084" v="356" actId="27636"/>
          <ac:spMkLst>
            <pc:docMk/>
            <pc:sldMk cId="3191189087" sldId="273"/>
            <ac:spMk id="2" creationId="{CBB09642-5FC7-91B3-6F0C-1EDDB451F814}"/>
          </ac:spMkLst>
        </pc:spChg>
        <pc:spChg chg="mod">
          <ac:chgData name="ere kk" userId="87807646f2a9d0d1" providerId="LiveId" clId="{5556B168-51B8-473E-A0B6-5F931AD8810B}" dt="2025-12-30T05:55:44.105" v="617"/>
          <ac:spMkLst>
            <pc:docMk/>
            <pc:sldMk cId="3191189087" sldId="273"/>
            <ac:spMk id="3" creationId="{D986FA18-7130-D81C-A8B0-FE1CFF632C66}"/>
          </ac:spMkLst>
        </pc:spChg>
      </pc:sldChg>
      <pc:sldChg chg="delSp modSp new mod">
        <pc:chgData name="ere kk" userId="87807646f2a9d0d1" providerId="LiveId" clId="{5556B168-51B8-473E-A0B6-5F931AD8810B}" dt="2025-12-30T05:55:44.105" v="617"/>
        <pc:sldMkLst>
          <pc:docMk/>
          <pc:sldMk cId="4104674094" sldId="274"/>
        </pc:sldMkLst>
        <pc:spChg chg="mod">
          <ac:chgData name="ere kk" userId="87807646f2a9d0d1" providerId="LiveId" clId="{5556B168-51B8-473E-A0B6-5F931AD8810B}" dt="2025-12-30T05:55:44.105" v="617"/>
          <ac:spMkLst>
            <pc:docMk/>
            <pc:sldMk cId="4104674094" sldId="274"/>
            <ac:spMk id="2" creationId="{4F5998CD-1752-5D64-0A24-9039FA7D3A62}"/>
          </ac:spMkLst>
        </pc:spChg>
      </pc:sldChg>
      <pc:sldChg chg="addSp modSp new mod">
        <pc:chgData name="ere kk" userId="87807646f2a9d0d1" providerId="LiveId" clId="{5556B168-51B8-473E-A0B6-5F931AD8810B}" dt="2025-12-30T05:55:44.105" v="617"/>
        <pc:sldMkLst>
          <pc:docMk/>
          <pc:sldMk cId="1936721894" sldId="275"/>
        </pc:sldMkLst>
        <pc:spChg chg="mod">
          <ac:chgData name="ere kk" userId="87807646f2a9d0d1" providerId="LiveId" clId="{5556B168-51B8-473E-A0B6-5F931AD8810B}" dt="2025-12-30T05:55:44.105" v="617"/>
          <ac:spMkLst>
            <pc:docMk/>
            <pc:sldMk cId="1936721894" sldId="275"/>
            <ac:spMk id="2" creationId="{FBB90733-17E0-ED1B-A00F-6297E78DFBD0}"/>
          </ac:spMkLst>
        </pc:spChg>
        <pc:spChg chg="add mod">
          <ac:chgData name="ere kk" userId="87807646f2a9d0d1" providerId="LiveId" clId="{5556B168-51B8-473E-A0B6-5F931AD8810B}" dt="2025-12-23T07:13:39.642" v="415" actId="1076"/>
          <ac:spMkLst>
            <pc:docMk/>
            <pc:sldMk cId="1936721894" sldId="275"/>
            <ac:spMk id="3" creationId="{2C4CFEDC-2DB9-AD7C-35F5-4C70C4D27274}"/>
          </ac:spMkLst>
        </pc:spChg>
      </pc:sldChg>
      <pc:sldChg chg="addSp delSp modSp new add del mod setBg">
        <pc:chgData name="ere kk" userId="87807646f2a9d0d1" providerId="LiveId" clId="{5556B168-51B8-473E-A0B6-5F931AD8810B}" dt="2025-12-30T08:10:56.323" v="1389" actId="27918"/>
        <pc:sldMkLst>
          <pc:docMk/>
          <pc:sldMk cId="3294842264" sldId="276"/>
        </pc:sldMkLst>
        <pc:spChg chg="add mod">
          <ac:chgData name="ere kk" userId="87807646f2a9d0d1" providerId="LiveId" clId="{5556B168-51B8-473E-A0B6-5F931AD8810B}" dt="2025-12-23T07:15:22.329" v="479" actId="20577"/>
          <ac:spMkLst>
            <pc:docMk/>
            <pc:sldMk cId="3294842264" sldId="276"/>
            <ac:spMk id="3" creationId="{71F59493-AC12-5C3A-8B8E-0F1B2291D6CB}"/>
          </ac:spMkLst>
        </pc:spChg>
        <pc:spChg chg="add mod">
          <ac:chgData name="ere kk" userId="87807646f2a9d0d1" providerId="LiveId" clId="{5556B168-51B8-473E-A0B6-5F931AD8810B}" dt="2025-12-23T07:14:14.804" v="418"/>
          <ac:spMkLst>
            <pc:docMk/>
            <pc:sldMk cId="3294842264" sldId="276"/>
            <ac:spMk id="4" creationId="{97870F79-77E5-E4A1-4AC2-4B4F7BA5956C}"/>
          </ac:spMkLst>
        </pc:spChg>
        <pc:graphicFrameChg chg="add del mod">
          <ac:chgData name="ere kk" userId="87807646f2a9d0d1" providerId="LiveId" clId="{5556B168-51B8-473E-A0B6-5F931AD8810B}" dt="2025-12-30T06:00:27.261" v="935" actId="20577"/>
          <ac:graphicFrameMkLst>
            <pc:docMk/>
            <pc:sldMk cId="3294842264" sldId="276"/>
            <ac:graphicFrameMk id="2" creationId="{5B9CE627-9F84-4CBD-A5B7-5A210CB1AF67}"/>
          </ac:graphicFrameMkLst>
        </pc:graphicFrameChg>
      </pc:sldChg>
      <pc:sldChg chg="addSp delSp modSp add mod setBg">
        <pc:chgData name="ere kk" userId="87807646f2a9d0d1" providerId="LiveId" clId="{5556B168-51B8-473E-A0B6-5F931AD8810B}" dt="2025-12-30T08:10:46.686" v="1388" actId="27918"/>
        <pc:sldMkLst>
          <pc:docMk/>
          <pc:sldMk cId="2277930140" sldId="277"/>
        </pc:sldMkLst>
        <pc:spChg chg="mod">
          <ac:chgData name="ere kk" userId="87807646f2a9d0d1" providerId="LiveId" clId="{5556B168-51B8-473E-A0B6-5F931AD8810B}" dt="2025-12-23T07:15:50.239" v="482"/>
          <ac:spMkLst>
            <pc:docMk/>
            <pc:sldMk cId="2277930140" sldId="277"/>
            <ac:spMk id="3" creationId="{25D83213-C10A-8E14-79C3-C363F06EC449}"/>
          </ac:spMkLst>
        </pc:spChg>
        <pc:spChg chg="mod">
          <ac:chgData name="ere kk" userId="87807646f2a9d0d1" providerId="LiveId" clId="{5556B168-51B8-473E-A0B6-5F931AD8810B}" dt="2025-12-30T06:06:41.666" v="1160" actId="14100"/>
          <ac:spMkLst>
            <pc:docMk/>
            <pc:sldMk cId="2277930140" sldId="277"/>
            <ac:spMk id="4" creationId="{E2651EA8-4085-CB19-5009-8DD0BA10BE3B}"/>
          </ac:spMkLst>
        </pc:spChg>
        <pc:graphicFrameChg chg="add mod">
          <ac:chgData name="ere kk" userId="87807646f2a9d0d1" providerId="LiveId" clId="{5556B168-51B8-473E-A0B6-5F931AD8810B}" dt="2025-12-30T06:07:34.164" v="1211" actId="255"/>
          <ac:graphicFrameMkLst>
            <pc:docMk/>
            <pc:sldMk cId="2277930140" sldId="277"/>
            <ac:graphicFrameMk id="5" creationId="{3AE05B6A-4C93-6F80-AF81-C17215BC960A}"/>
          </ac:graphicFrameMkLst>
        </pc:graphicFrameChg>
      </pc:sldChg>
      <pc:sldChg chg="addSp delSp modSp add mod setBg">
        <pc:chgData name="ere kk" userId="87807646f2a9d0d1" providerId="LiveId" clId="{5556B168-51B8-473E-A0B6-5F931AD8810B}" dt="2025-12-30T08:24:04.193" v="1390" actId="27918"/>
        <pc:sldMkLst>
          <pc:docMk/>
          <pc:sldMk cId="3489041004" sldId="278"/>
        </pc:sldMkLst>
        <pc:spChg chg="mod">
          <ac:chgData name="ere kk" userId="87807646f2a9d0d1" providerId="LiveId" clId="{5556B168-51B8-473E-A0B6-5F931AD8810B}" dt="2025-12-23T07:18:21.223" v="504" actId="255"/>
          <ac:spMkLst>
            <pc:docMk/>
            <pc:sldMk cId="3489041004" sldId="278"/>
            <ac:spMk id="3" creationId="{35244C2F-4843-7CF8-D6A3-70C49BF6D187}"/>
          </ac:spMkLst>
        </pc:spChg>
        <pc:spChg chg="mod">
          <ac:chgData name="ere kk" userId="87807646f2a9d0d1" providerId="LiveId" clId="{5556B168-51B8-473E-A0B6-5F931AD8810B}" dt="2025-12-23T07:18:33.086" v="505"/>
          <ac:spMkLst>
            <pc:docMk/>
            <pc:sldMk cId="3489041004" sldId="278"/>
            <ac:spMk id="4" creationId="{5786E6C9-283B-E0E0-48A1-46D56A2B162A}"/>
          </ac:spMkLst>
        </pc:spChg>
        <pc:graphicFrameChg chg="add mod">
          <ac:chgData name="ere kk" userId="87807646f2a9d0d1" providerId="LiveId" clId="{5556B168-51B8-473E-A0B6-5F931AD8810B}" dt="2025-12-30T06:12:49.028" v="1307" actId="20577"/>
          <ac:graphicFrameMkLst>
            <pc:docMk/>
            <pc:sldMk cId="3489041004" sldId="278"/>
            <ac:graphicFrameMk id="5" creationId="{0EB9CE42-E48D-9F8C-F400-3BD769845A7F}"/>
          </ac:graphicFrameMkLst>
        </pc:graphicFrameChg>
      </pc:sldChg>
      <pc:sldChg chg="modSp add mod ord">
        <pc:chgData name="ere kk" userId="87807646f2a9d0d1" providerId="LiveId" clId="{5556B168-51B8-473E-A0B6-5F931AD8810B}" dt="2025-12-30T05:55:44.105" v="617"/>
        <pc:sldMkLst>
          <pc:docMk/>
          <pc:sldMk cId="1633210375" sldId="279"/>
        </pc:sldMkLst>
        <pc:spChg chg="mod">
          <ac:chgData name="ere kk" userId="87807646f2a9d0d1" providerId="LiveId" clId="{5556B168-51B8-473E-A0B6-5F931AD8810B}" dt="2025-12-23T07:19:29.613" v="512" actId="2711"/>
          <ac:spMkLst>
            <pc:docMk/>
            <pc:sldMk cId="1633210375" sldId="279"/>
            <ac:spMk id="2" creationId="{4DAE2339-D26E-B860-D23C-F6979ABB8A94}"/>
          </ac:spMkLst>
        </pc:spChg>
        <pc:spChg chg="mod">
          <ac:chgData name="ere kk" userId="87807646f2a9d0d1" providerId="LiveId" clId="{5556B168-51B8-473E-A0B6-5F931AD8810B}" dt="2025-12-30T05:55:44.105" v="617"/>
          <ac:spMkLst>
            <pc:docMk/>
            <pc:sldMk cId="1633210375" sldId="279"/>
            <ac:spMk id="3" creationId="{4CF460CF-FDAF-7070-0E4B-08A6F2E20B43}"/>
          </ac:spMkLst>
        </pc:spChg>
      </pc:sldChg>
      <pc:sldChg chg="modSp add mod">
        <pc:chgData name="ere kk" userId="87807646f2a9d0d1" providerId="LiveId" clId="{5556B168-51B8-473E-A0B6-5F931AD8810B}" dt="2025-12-30T05:55:44.105" v="617"/>
        <pc:sldMkLst>
          <pc:docMk/>
          <pc:sldMk cId="1667666666" sldId="280"/>
        </pc:sldMkLst>
        <pc:spChg chg="mod">
          <ac:chgData name="ere kk" userId="87807646f2a9d0d1" providerId="LiveId" clId="{5556B168-51B8-473E-A0B6-5F931AD8810B}" dt="2025-12-30T05:55:44.105" v="617"/>
          <ac:spMkLst>
            <pc:docMk/>
            <pc:sldMk cId="1667666666" sldId="280"/>
            <ac:spMk id="3" creationId="{2C9C0F78-3BE5-800C-5E43-75014CF439B4}"/>
          </ac:spMkLst>
        </pc:spChg>
      </pc:sldChg>
      <pc:sldChg chg="addSp modSp new mod">
        <pc:chgData name="ere kk" userId="87807646f2a9d0d1" providerId="LiveId" clId="{5556B168-51B8-473E-A0B6-5F931AD8810B}" dt="2025-12-30T05:56:00.030" v="648" actId="1076"/>
        <pc:sldMkLst>
          <pc:docMk/>
          <pc:sldMk cId="1753481504" sldId="281"/>
        </pc:sldMkLst>
        <pc:spChg chg="mod">
          <ac:chgData name="ere kk" userId="87807646f2a9d0d1" providerId="LiveId" clId="{5556B168-51B8-473E-A0B6-5F931AD8810B}" dt="2025-12-30T05:55:44.105" v="617"/>
          <ac:spMkLst>
            <pc:docMk/>
            <pc:sldMk cId="1753481504" sldId="281"/>
            <ac:spMk id="2" creationId="{BD88BA99-9E04-C501-CBC2-635212607B36}"/>
          </ac:spMkLst>
        </pc:spChg>
        <pc:spChg chg="mod">
          <ac:chgData name="ere kk" userId="87807646f2a9d0d1" providerId="LiveId" clId="{5556B168-51B8-473E-A0B6-5F931AD8810B}" dt="2025-12-30T05:55:58.759" v="646" actId="2711"/>
          <ac:spMkLst>
            <pc:docMk/>
            <pc:sldMk cId="1753481504" sldId="281"/>
            <ac:spMk id="3" creationId="{16F403B4-832A-B144-226A-89906F78239D}"/>
          </ac:spMkLst>
        </pc:spChg>
        <pc:picChg chg="add mod">
          <ac:chgData name="ere kk" userId="87807646f2a9d0d1" providerId="LiveId" clId="{5556B168-51B8-473E-A0B6-5F931AD8810B}" dt="2025-12-30T05:56:00.030" v="648" actId="1076"/>
          <ac:picMkLst>
            <pc:docMk/>
            <pc:sldMk cId="1753481504" sldId="281"/>
            <ac:picMk id="4" creationId="{D577ED9B-E8EA-F353-70DF-546A74965D11}"/>
          </ac:picMkLst>
        </pc:picChg>
      </pc:sldChg>
      <pc:sldChg chg="addSp delSp modSp add mod">
        <pc:chgData name="ere kk" userId="87807646f2a9d0d1" providerId="LiveId" clId="{5556B168-51B8-473E-A0B6-5F931AD8810B}" dt="2026-01-06T04:47:10.271" v="1806" actId="27918"/>
        <pc:sldMkLst>
          <pc:docMk/>
          <pc:sldMk cId="17906230" sldId="282"/>
        </pc:sldMkLst>
        <pc:spChg chg="mod">
          <ac:chgData name="ere kk" userId="87807646f2a9d0d1" providerId="LiveId" clId="{5556B168-51B8-473E-A0B6-5F931AD8810B}" dt="2026-01-06T04:42:47.009" v="1524"/>
          <ac:spMkLst>
            <pc:docMk/>
            <pc:sldMk cId="17906230" sldId="282"/>
            <ac:spMk id="3" creationId="{8214FDDE-56CF-A158-6E32-E11C3A344D2E}"/>
          </ac:spMkLst>
        </pc:spChg>
        <pc:spChg chg="mod">
          <ac:chgData name="ere kk" userId="87807646f2a9d0d1" providerId="LiveId" clId="{5556B168-51B8-473E-A0B6-5F931AD8810B}" dt="2026-01-06T04:42:36.366" v="1523"/>
          <ac:spMkLst>
            <pc:docMk/>
            <pc:sldMk cId="17906230" sldId="282"/>
            <ac:spMk id="4" creationId="{03C77DE3-6121-7B57-7175-F00147ABD0A7}"/>
          </ac:spMkLst>
        </pc:spChg>
        <pc:graphicFrameChg chg="add del mod">
          <ac:chgData name="ere kk" userId="87807646f2a9d0d1" providerId="LiveId" clId="{5556B168-51B8-473E-A0B6-5F931AD8810B}" dt="2026-01-06T04:47:07.517" v="1700" actId="14861"/>
          <ac:graphicFrameMkLst>
            <pc:docMk/>
            <pc:sldMk cId="17906230" sldId="282"/>
            <ac:graphicFrameMk id="2" creationId="{CEA8D9F9-B3AC-41C6-8E3D-00E0A9A16A21}"/>
          </ac:graphicFrameMkLst>
        </pc:graphicFrameChg>
        <pc:graphicFrameChg chg="del">
          <ac:chgData name="ere kk" userId="87807646f2a9d0d1" providerId="LiveId" clId="{5556B168-51B8-473E-A0B6-5F931AD8810B}" dt="2026-01-06T04:37:35.611" v="1392" actId="478"/>
          <ac:graphicFrameMkLst>
            <pc:docMk/>
            <pc:sldMk cId="17906230" sldId="282"/>
            <ac:graphicFrameMk id="5" creationId="{1A437659-25DD-27E6-1936-A7FFABE7F68C}"/>
          </ac:graphicFrameMkLst>
        </pc:graphicFrameChg>
      </pc:sldChg>
      <pc:sldChg chg="addSp delSp modSp add mod">
        <pc:chgData name="ere kk" userId="87807646f2a9d0d1" providerId="LiveId" clId="{5556B168-51B8-473E-A0B6-5F931AD8810B}" dt="2026-01-06T04:47:35.068" v="1808"/>
        <pc:sldMkLst>
          <pc:docMk/>
          <pc:sldMk cId="1757497333" sldId="283"/>
        </pc:sldMkLst>
        <pc:spChg chg="mod">
          <ac:chgData name="ere kk" userId="87807646f2a9d0d1" providerId="LiveId" clId="{5556B168-51B8-473E-A0B6-5F931AD8810B}" dt="2026-01-06T04:47:23.410" v="1807"/>
          <ac:spMkLst>
            <pc:docMk/>
            <pc:sldMk cId="1757497333" sldId="283"/>
            <ac:spMk id="3" creationId="{C7A4AE7F-5688-D526-4DB6-1FAA663DB1F9}"/>
          </ac:spMkLst>
        </pc:spChg>
        <pc:spChg chg="mod">
          <ac:chgData name="ere kk" userId="87807646f2a9d0d1" providerId="LiveId" clId="{5556B168-51B8-473E-A0B6-5F931AD8810B}" dt="2026-01-06T04:47:35.068" v="1808"/>
          <ac:spMkLst>
            <pc:docMk/>
            <pc:sldMk cId="1757497333" sldId="283"/>
            <ac:spMk id="4" creationId="{953A4EA6-B8FB-C9B8-D14D-EF22CF93821E}"/>
          </ac:spMkLst>
        </pc:spChg>
        <pc:graphicFrameChg chg="del">
          <ac:chgData name="ere kk" userId="87807646f2a9d0d1" providerId="LiveId" clId="{5556B168-51B8-473E-A0B6-5F931AD8810B}" dt="2026-01-06T04:43:13.867" v="1526" actId="478"/>
          <ac:graphicFrameMkLst>
            <pc:docMk/>
            <pc:sldMk cId="1757497333" sldId="283"/>
            <ac:graphicFrameMk id="2" creationId="{0BD2A9E6-42C6-86BB-DA6C-1273D37458BD}"/>
          </ac:graphicFrameMkLst>
        </pc:graphicFrameChg>
        <pc:graphicFrameChg chg="add mod">
          <ac:chgData name="ere kk" userId="87807646f2a9d0d1" providerId="LiveId" clId="{5556B168-51B8-473E-A0B6-5F931AD8810B}" dt="2026-01-06T04:46:35.201" v="1602" actId="207"/>
          <ac:graphicFrameMkLst>
            <pc:docMk/>
            <pc:sldMk cId="1757497333" sldId="283"/>
            <ac:graphicFrameMk id="5" creationId="{A3567745-248D-4467-9439-FCDD627B372E}"/>
          </ac:graphicFrameMkLst>
        </pc:graphicFrameChg>
      </pc:sldChg>
      <pc:sldChg chg="addSp delSp modSp add mod setBg">
        <pc:chgData name="ere kk" userId="87807646f2a9d0d1" providerId="LiveId" clId="{5556B168-51B8-473E-A0B6-5F931AD8810B}" dt="2026-01-06T04:56:28.574" v="1950"/>
        <pc:sldMkLst>
          <pc:docMk/>
          <pc:sldMk cId="2165192126" sldId="284"/>
        </pc:sldMkLst>
        <pc:spChg chg="mod">
          <ac:chgData name="ere kk" userId="87807646f2a9d0d1" providerId="LiveId" clId="{5556B168-51B8-473E-A0B6-5F931AD8810B}" dt="2026-01-06T04:52:10.635" v="1886"/>
          <ac:spMkLst>
            <pc:docMk/>
            <pc:sldMk cId="2165192126" sldId="284"/>
            <ac:spMk id="3" creationId="{2167B750-6C08-BFF4-9C1B-F060C2D1DCC7}"/>
          </ac:spMkLst>
        </pc:spChg>
        <pc:spChg chg="mod">
          <ac:chgData name="ere kk" userId="87807646f2a9d0d1" providerId="LiveId" clId="{5556B168-51B8-473E-A0B6-5F931AD8810B}" dt="2026-01-06T04:52:37.157" v="1898" actId="20577"/>
          <ac:spMkLst>
            <pc:docMk/>
            <pc:sldMk cId="2165192126" sldId="284"/>
            <ac:spMk id="4" creationId="{E96A8EA9-D43E-5405-41CB-4D92C956AD27}"/>
          </ac:spMkLst>
        </pc:spChg>
        <pc:graphicFrameChg chg="add mod">
          <ac:chgData name="ere kk" userId="87807646f2a9d0d1" providerId="LiveId" clId="{5556B168-51B8-473E-A0B6-5F931AD8810B}" dt="2026-01-06T04:56:28.574" v="1950"/>
          <ac:graphicFrameMkLst>
            <pc:docMk/>
            <pc:sldMk cId="2165192126" sldId="284"/>
            <ac:graphicFrameMk id="2" creationId="{65DFB627-FE33-4A67-AE15-0A48F96B7665}"/>
          </ac:graphicFrameMkLst>
        </pc:graphicFrameChg>
        <pc:graphicFrameChg chg="del">
          <ac:chgData name="ere kk" userId="87807646f2a9d0d1" providerId="LiveId" clId="{5556B168-51B8-473E-A0B6-5F931AD8810B}" dt="2026-01-06T04:49:46.789" v="1810" actId="478"/>
          <ac:graphicFrameMkLst>
            <pc:docMk/>
            <pc:sldMk cId="2165192126" sldId="284"/>
            <ac:graphicFrameMk id="5" creationId="{05B706AD-2A84-C015-C688-E0403903C48B}"/>
          </ac:graphicFrameMkLst>
        </pc:graphicFrameChg>
      </pc:sldChg>
      <pc:sldChg chg="addSp delSp modSp add mod">
        <pc:chgData name="ere kk" userId="87807646f2a9d0d1" providerId="LiveId" clId="{5556B168-51B8-473E-A0B6-5F931AD8810B}" dt="2026-01-06T04:57:27.948" v="1993" actId="20577"/>
        <pc:sldMkLst>
          <pc:docMk/>
          <pc:sldMk cId="3419095988" sldId="285"/>
        </pc:sldMkLst>
        <pc:spChg chg="mod">
          <ac:chgData name="ere kk" userId="87807646f2a9d0d1" providerId="LiveId" clId="{5556B168-51B8-473E-A0B6-5F931AD8810B}" dt="2026-01-06T04:57:27.948" v="1993" actId="20577"/>
          <ac:spMkLst>
            <pc:docMk/>
            <pc:sldMk cId="3419095988" sldId="285"/>
            <ac:spMk id="3" creationId="{B1D7AD55-CF84-C256-B60F-C1DCE810F5C3}"/>
          </ac:spMkLst>
        </pc:spChg>
        <pc:spChg chg="mod">
          <ac:chgData name="ere kk" userId="87807646f2a9d0d1" providerId="LiveId" clId="{5556B168-51B8-473E-A0B6-5F931AD8810B}" dt="2026-01-06T04:56:08.454" v="1946" actId="20577"/>
          <ac:spMkLst>
            <pc:docMk/>
            <pc:sldMk cId="3419095988" sldId="285"/>
            <ac:spMk id="4" creationId="{ED642247-9855-8A64-D03C-8FC01622B403}"/>
          </ac:spMkLst>
        </pc:spChg>
        <pc:graphicFrameChg chg="del">
          <ac:chgData name="ere kk" userId="87807646f2a9d0d1" providerId="LiveId" clId="{5556B168-51B8-473E-A0B6-5F931AD8810B}" dt="2026-01-06T04:54:51.895" v="1900" actId="478"/>
          <ac:graphicFrameMkLst>
            <pc:docMk/>
            <pc:sldMk cId="3419095988" sldId="285"/>
            <ac:graphicFrameMk id="2" creationId="{653C3D26-2471-609A-D483-055B157D214A}"/>
          </ac:graphicFrameMkLst>
        </pc:graphicFrameChg>
        <pc:graphicFrameChg chg="add mod">
          <ac:chgData name="ere kk" userId="87807646f2a9d0d1" providerId="LiveId" clId="{5556B168-51B8-473E-A0B6-5F931AD8810B}" dt="2026-01-06T04:56:14.956" v="1947"/>
          <ac:graphicFrameMkLst>
            <pc:docMk/>
            <pc:sldMk cId="3419095988" sldId="285"/>
            <ac:graphicFrameMk id="5" creationId="{5EC3991E-E25D-42B4-86C7-1336C70286BF}"/>
          </ac:graphicFrameMkLst>
        </pc:graphicFrameChg>
      </pc:sldChg>
      <pc:sldChg chg="addSp delSp modSp add del mod">
        <pc:chgData name="ere kk" userId="87807646f2a9d0d1" providerId="LiveId" clId="{5556B168-51B8-473E-A0B6-5F931AD8810B}" dt="2026-01-06T04:57:48.674" v="1996" actId="2696"/>
        <pc:sldMkLst>
          <pc:docMk/>
          <pc:sldMk cId="2458646013" sldId="286"/>
        </pc:sldMkLst>
        <pc:graphicFrameChg chg="add del mod">
          <ac:chgData name="ere kk" userId="87807646f2a9d0d1" providerId="LiveId" clId="{5556B168-51B8-473E-A0B6-5F931AD8810B}" dt="2026-01-06T04:57:39.359" v="1995" actId="478"/>
          <ac:graphicFrameMkLst>
            <pc:docMk/>
            <pc:sldMk cId="2458646013" sldId="286"/>
            <ac:graphicFrameMk id="2" creationId="{E07BBD0B-481D-424C-A80A-AAB0428A9512}"/>
          </ac:graphicFrameMkLst>
        </pc:graphicFrameChg>
        <pc:graphicFrameChg chg="del">
          <ac:chgData name="ere kk" userId="87807646f2a9d0d1" providerId="LiveId" clId="{5556B168-51B8-473E-A0B6-5F931AD8810B}" dt="2026-01-06T04:57:12.242" v="1952" actId="478"/>
          <ac:graphicFrameMkLst>
            <pc:docMk/>
            <pc:sldMk cId="2458646013" sldId="286"/>
            <ac:graphicFrameMk id="5" creationId="{0BF70AF6-52F0-83C7-6C3E-8A950D428769}"/>
          </ac:graphicFrameMkLst>
        </pc:graphicFrameChg>
      </pc:sldChg>
      <pc:sldMasterChg chg="setBg">
        <pc:chgData name="ere kk" userId="87807646f2a9d0d1" providerId="LiveId" clId="{5556B168-51B8-473E-A0B6-5F931AD8810B}" dt="2025-12-30T05:55:46.776" v="618"/>
        <pc:sldMasterMkLst>
          <pc:docMk/>
          <pc:sldMasterMk cId="87189588" sldId="2147483791"/>
        </pc:sldMasterMkLst>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87807646f2a9d0d1/Documents/AstroSage_analysisprojec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87807646f2a9d0d1/Documents/AstroSage_analysisprojec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87807646f2a9d0d1/Documents/AstroSage_analysisprojec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87807646f2a9d0d1/Documents/AstroSage_analysisprojec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87807646f2a9d0d1/Documents/AstroSage_analysisprojec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87807646f2a9d0d1/Documents/AstroSage_analysisprojec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87807646f2a9d0d1/Documents/AstroSage_analysisproject.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[AstroSage_analysisproject.xlsx]Sheet1!PivotTable12</c:name>
    <c:fmtId val="10"/>
  </c:pivotSource>
  <c:chart>
    <c:title>
      <c:tx>
        <c:rich>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r>
              <a:rPr lang="en-US"/>
              <a:t>Revenue</a:t>
            </a:r>
          </a:p>
        </c:rich>
      </c:tx>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7261734101620957"/>
          <c:y val="0.10115049723147336"/>
          <c:w val="0.80295992363743163"/>
          <c:h val="0.74546080999912978"/>
        </c:manualLayout>
      </c:layout>
      <c:barChart>
        <c:barDir val="col"/>
        <c:grouping val="clustered"/>
        <c:varyColors val="0"/>
        <c:ser>
          <c:idx val="0"/>
          <c:order val="0"/>
          <c:tx>
            <c:strRef>
              <c:f>Sheet1!$BP$163</c:f>
              <c:strCache>
                <c:ptCount val="1"/>
                <c:pt idx="0">
                  <c:v>Total</c:v>
                </c:pt>
              </c:strCache>
            </c:strRef>
          </c:tx>
          <c:spPr>
            <a:solidFill>
              <a:schemeClr val="bg2">
                <a:lumMod val="50000"/>
              </a:schemeClr>
            </a:solidFill>
            <a:ln>
              <a:noFill/>
            </a:ln>
            <a:effectLst>
              <a:innerShdw blurRad="114300">
                <a:schemeClr val="accent6"/>
              </a:inn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Sheet1!$BO$164:$BO$168</c:f>
              <c:strCache>
                <c:ptCount val="4"/>
                <c:pt idx="0">
                  <c:v>Call</c:v>
                </c:pt>
                <c:pt idx="1">
                  <c:v>Chat</c:v>
                </c:pt>
                <c:pt idx="2">
                  <c:v>Complementary</c:v>
                </c:pt>
                <c:pt idx="3">
                  <c:v>public_live_Call</c:v>
                </c:pt>
              </c:strCache>
            </c:strRef>
          </c:cat>
          <c:val>
            <c:numRef>
              <c:f>Sheet1!$BP$164:$BP$168</c:f>
              <c:numCache>
                <c:formatCode>General</c:formatCode>
                <c:ptCount val="4"/>
                <c:pt idx="0">
                  <c:v>168442.03500000015</c:v>
                </c:pt>
                <c:pt idx="1">
                  <c:v>45494.683333333342</c:v>
                </c:pt>
                <c:pt idx="3">
                  <c:v>50.596999999999902</c:v>
                </c:pt>
              </c:numCache>
            </c:numRef>
          </c:val>
          <c:extLst>
            <c:ext xmlns:c16="http://schemas.microsoft.com/office/drawing/2014/chart" uri="{C3380CC4-5D6E-409C-BE32-E72D297353CC}">
              <c16:uniqueId val="{00000000-16CF-42C8-9729-9766ABC94676}"/>
            </c:ext>
          </c:extLst>
        </c:ser>
        <c:dLbls>
          <c:dLblPos val="outEnd"/>
          <c:showLegendKey val="0"/>
          <c:showVal val="1"/>
          <c:showCatName val="0"/>
          <c:showSerName val="0"/>
          <c:showPercent val="0"/>
          <c:showBubbleSize val="0"/>
        </c:dLbls>
        <c:gapWidth val="164"/>
        <c:overlap val="-22"/>
        <c:axId val="466998064"/>
        <c:axId val="466990384"/>
      </c:barChart>
      <c:catAx>
        <c:axId val="466998064"/>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r>
                  <a:rPr lang="en-US" dirty="0"/>
                  <a:t>Consultation</a:t>
                </a:r>
                <a:r>
                  <a:rPr lang="en-US" baseline="0" dirty="0"/>
                  <a:t> Type</a:t>
                </a:r>
                <a:endParaRPr lang="en-IN" dirty="0"/>
              </a:p>
            </c:rich>
          </c:tx>
          <c:overlay val="0"/>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66990384"/>
        <c:crosses val="autoZero"/>
        <c:auto val="1"/>
        <c:lblAlgn val="ctr"/>
        <c:lblOffset val="100"/>
        <c:noMultiLvlLbl val="0"/>
      </c:catAx>
      <c:valAx>
        <c:axId val="466990384"/>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r>
                  <a:rPr lang="en-US" dirty="0"/>
                  <a:t>Revenue</a:t>
                </a:r>
                <a:endParaRPr lang="en-IN" dirty="0"/>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669980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[AstroSage_analysisproject.xlsx]Sheet1!PivotTable8</c:name>
    <c:fmtId val="19"/>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Sheet1!$BP$91</c:f>
              <c:strCache>
                <c:ptCount val="1"/>
                <c:pt idx="0">
                  <c:v>Total</c:v>
                </c:pt>
              </c:strCache>
            </c:strRef>
          </c:tx>
          <c:spPr>
            <a:solidFill>
              <a:schemeClr val="bg2">
                <a:lumMod val="50000"/>
              </a:schemeClr>
            </a:solidFill>
            <a:ln>
              <a:noFill/>
            </a:ln>
            <a:effectLst/>
          </c:spPr>
          <c:invertIfNegative val="0"/>
          <c:dLbls>
            <c:spPr>
              <a:solidFill>
                <a:schemeClr val="bg2">
                  <a:lumMod val="5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Sheet1!$BO$92:$BO$116</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Sheet1!$BP$92:$BP$116</c:f>
              <c:numCache>
                <c:formatCode>General</c:formatCode>
                <c:ptCount val="24"/>
                <c:pt idx="0">
                  <c:v>226</c:v>
                </c:pt>
                <c:pt idx="1">
                  <c:v>304</c:v>
                </c:pt>
                <c:pt idx="2">
                  <c:v>560</c:v>
                </c:pt>
                <c:pt idx="3">
                  <c:v>856</c:v>
                </c:pt>
                <c:pt idx="4">
                  <c:v>1153</c:v>
                </c:pt>
                <c:pt idx="5">
                  <c:v>1438</c:v>
                </c:pt>
                <c:pt idx="6">
                  <c:v>1855</c:v>
                </c:pt>
                <c:pt idx="7">
                  <c:v>1664</c:v>
                </c:pt>
                <c:pt idx="8">
                  <c:v>1875</c:v>
                </c:pt>
                <c:pt idx="9">
                  <c:v>1673</c:v>
                </c:pt>
                <c:pt idx="10">
                  <c:v>1704</c:v>
                </c:pt>
                <c:pt idx="11">
                  <c:v>1472</c:v>
                </c:pt>
                <c:pt idx="12">
                  <c:v>1591</c:v>
                </c:pt>
                <c:pt idx="13">
                  <c:v>1574</c:v>
                </c:pt>
                <c:pt idx="14">
                  <c:v>1673</c:v>
                </c:pt>
                <c:pt idx="15">
                  <c:v>1747</c:v>
                </c:pt>
                <c:pt idx="16">
                  <c:v>1773</c:v>
                </c:pt>
                <c:pt idx="17">
                  <c:v>1443</c:v>
                </c:pt>
                <c:pt idx="18">
                  <c:v>1099</c:v>
                </c:pt>
                <c:pt idx="19">
                  <c:v>912</c:v>
                </c:pt>
                <c:pt idx="20">
                  <c:v>553</c:v>
                </c:pt>
                <c:pt idx="21">
                  <c:v>347</c:v>
                </c:pt>
                <c:pt idx="22">
                  <c:v>268</c:v>
                </c:pt>
                <c:pt idx="23">
                  <c:v>267</c:v>
                </c:pt>
              </c:numCache>
            </c:numRef>
          </c:val>
          <c:extLst>
            <c:ext xmlns:c16="http://schemas.microsoft.com/office/drawing/2014/chart" uri="{C3380CC4-5D6E-409C-BE32-E72D297353CC}">
              <c16:uniqueId val="{00000000-F1D5-43E8-8CD4-21123CB7ED9B}"/>
            </c:ext>
          </c:extLst>
        </c:ser>
        <c:dLbls>
          <c:showLegendKey val="0"/>
          <c:showVal val="1"/>
          <c:showCatName val="0"/>
          <c:showSerName val="0"/>
          <c:showPercent val="0"/>
          <c:showBubbleSize val="0"/>
        </c:dLbls>
        <c:gapWidth val="150"/>
        <c:axId val="424863744"/>
        <c:axId val="424861824"/>
      </c:barChart>
      <c:catAx>
        <c:axId val="42486374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Hour</a:t>
                </a:r>
                <a:endParaRPr lang="en-IN"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4861824"/>
        <c:crosses val="autoZero"/>
        <c:auto val="1"/>
        <c:lblAlgn val="ctr"/>
        <c:lblOffset val="100"/>
        <c:noMultiLvlLbl val="0"/>
      </c:catAx>
      <c:valAx>
        <c:axId val="424861824"/>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Count</a:t>
                </a:r>
                <a:r>
                  <a:rPr lang="en-US" baseline="0" dirty="0"/>
                  <a:t> of call volume</a:t>
                </a:r>
                <a:endParaRPr lang="en-IN"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4863744"/>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[AstroSage_analysisproject.xlsx]Sheet1!PivotTable5</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Top</a:t>
            </a:r>
            <a:r>
              <a:rPr lang="en-US" baseline="0"/>
              <a:t> 10 Guru's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Sheet1!$BP$36</c:f>
              <c:strCache>
                <c:ptCount val="1"/>
                <c:pt idx="0">
                  <c:v>Total</c:v>
                </c:pt>
              </c:strCache>
            </c:strRef>
          </c:tx>
          <c:spPr>
            <a:solidFill>
              <a:schemeClr val="bg2">
                <a:lumMod val="50000"/>
              </a:schemeClr>
            </a:solidFill>
            <a:ln>
              <a:noFill/>
            </a:ln>
            <a:effectLst/>
          </c:spPr>
          <c:invertIfNegative val="0"/>
          <c:dLbls>
            <c:delete val="1"/>
          </c:dLbls>
          <c:cat>
            <c:strRef>
              <c:f>Sheet1!$BO$37:$BO$47</c:f>
              <c:strCache>
                <c:ptCount val="10"/>
                <c:pt idx="0">
                  <c:v>Astro  Pujaa Rai</c:v>
                </c:pt>
                <c:pt idx="1">
                  <c:v>Astro  Saraswat</c:v>
                </c:pt>
                <c:pt idx="2">
                  <c:v>Astro  Trisha</c:v>
                </c:pt>
                <c:pt idx="3">
                  <c:v>Astro Manish S</c:v>
                </c:pt>
                <c:pt idx="4">
                  <c:v>Astro Reema</c:v>
                </c:pt>
                <c:pt idx="5">
                  <c:v>Daljit Kaur</c:v>
                </c:pt>
                <c:pt idx="6">
                  <c:v>Tarot  Ankita</c:v>
                </c:pt>
                <c:pt idx="7">
                  <c:v>Tarot  Diva Poonam</c:v>
                </c:pt>
                <c:pt idx="8">
                  <c:v>Tarot  Mystical</c:v>
                </c:pt>
                <c:pt idx="9">
                  <c:v>Tarot  Oormika</c:v>
                </c:pt>
              </c:strCache>
            </c:strRef>
          </c:cat>
          <c:val>
            <c:numRef>
              <c:f>Sheet1!$BP$37:$BP$47</c:f>
              <c:numCache>
                <c:formatCode>General</c:formatCode>
                <c:ptCount val="10"/>
                <c:pt idx="0">
                  <c:v>7.5</c:v>
                </c:pt>
                <c:pt idx="1">
                  <c:v>5.6111111111111107</c:v>
                </c:pt>
                <c:pt idx="2">
                  <c:v>5.4243243243243242</c:v>
                </c:pt>
                <c:pt idx="3">
                  <c:v>5.0487804878048781</c:v>
                </c:pt>
                <c:pt idx="4">
                  <c:v>5.9</c:v>
                </c:pt>
                <c:pt idx="5">
                  <c:v>5.9459459459459456</c:v>
                </c:pt>
                <c:pt idx="6">
                  <c:v>5.75</c:v>
                </c:pt>
                <c:pt idx="7">
                  <c:v>5.4626865671641793</c:v>
                </c:pt>
                <c:pt idx="8">
                  <c:v>7.5</c:v>
                </c:pt>
                <c:pt idx="9">
                  <c:v>5.4</c:v>
                </c:pt>
              </c:numCache>
            </c:numRef>
          </c:val>
          <c:extLst>
            <c:ext xmlns:c16="http://schemas.microsoft.com/office/drawing/2014/chart" uri="{C3380CC4-5D6E-409C-BE32-E72D297353CC}">
              <c16:uniqueId val="{00000000-D8F1-488C-A050-D5C8B0679499}"/>
            </c:ext>
          </c:extLst>
        </c:ser>
        <c:dLbls>
          <c:dLblPos val="outEnd"/>
          <c:showLegendKey val="0"/>
          <c:showVal val="1"/>
          <c:showCatName val="0"/>
          <c:showSerName val="0"/>
          <c:showPercent val="0"/>
          <c:showBubbleSize val="0"/>
        </c:dLbls>
        <c:gapWidth val="219"/>
        <c:axId val="971475712"/>
        <c:axId val="971472352"/>
      </c:barChart>
      <c:catAx>
        <c:axId val="971475712"/>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Guru</a:t>
                </a:r>
                <a:r>
                  <a:rPr lang="en-US" baseline="0" dirty="0"/>
                  <a:t> Name</a:t>
                </a:r>
                <a:endParaRPr lang="en-IN"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1472352"/>
        <c:crosses val="autoZero"/>
        <c:auto val="1"/>
        <c:lblAlgn val="ctr"/>
        <c:lblOffset val="100"/>
        <c:noMultiLvlLbl val="0"/>
      </c:catAx>
      <c:valAx>
        <c:axId val="97147235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Rating</a:t>
                </a:r>
                <a:endParaRPr lang="en-IN"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1475712"/>
        <c:crosses val="autoZero"/>
        <c:crossBetween val="between"/>
      </c:valAx>
      <c:spPr>
        <a:noFill/>
        <a:ln w="25400">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[AstroSage_analysisproject.xlsx]Sheet1!PivotTable6</c:name>
    <c:fmtId val="1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Rating Wise Guru Distribution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Sheet1!$BP$58</c:f>
              <c:strCache>
                <c:ptCount val="1"/>
                <c:pt idx="0">
                  <c:v>Total</c:v>
                </c:pt>
              </c:strCache>
            </c:strRef>
          </c:tx>
          <c:spPr>
            <a:solidFill>
              <a:schemeClr val="bg2">
                <a:lumMod val="50000"/>
              </a:schemeClr>
            </a:solidFill>
            <a:ln>
              <a:noFill/>
            </a:ln>
            <a:effectLst/>
          </c:spPr>
          <c:invertIfNegative val="0"/>
          <c:dLbls>
            <c:spPr>
              <a:solidFill>
                <a:schemeClr val="bg2">
                  <a:lumMod val="5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Sheet1!$BO$59:$BO$68</c:f>
              <c:strCache>
                <c:ptCount val="9"/>
                <c:pt idx="0">
                  <c:v>0</c:v>
                </c:pt>
                <c:pt idx="1">
                  <c:v>1</c:v>
                </c:pt>
                <c:pt idx="2">
                  <c:v>2</c:v>
                </c:pt>
                <c:pt idx="3">
                  <c:v>3</c:v>
                </c:pt>
                <c:pt idx="4">
                  <c:v>4</c:v>
                </c:pt>
                <c:pt idx="5">
                  <c:v>5</c:v>
                </c:pt>
                <c:pt idx="6">
                  <c:v>6</c:v>
                </c:pt>
                <c:pt idx="7">
                  <c:v>7</c:v>
                </c:pt>
                <c:pt idx="8">
                  <c:v>8</c:v>
                </c:pt>
              </c:strCache>
            </c:strRef>
          </c:cat>
          <c:val>
            <c:numRef>
              <c:f>Sheet1!$BP$59:$BP$68</c:f>
              <c:numCache>
                <c:formatCode>General</c:formatCode>
                <c:ptCount val="9"/>
                <c:pt idx="0">
                  <c:v>7256</c:v>
                </c:pt>
                <c:pt idx="1">
                  <c:v>2199</c:v>
                </c:pt>
                <c:pt idx="2">
                  <c:v>4329</c:v>
                </c:pt>
                <c:pt idx="3">
                  <c:v>4407</c:v>
                </c:pt>
                <c:pt idx="4">
                  <c:v>2132</c:v>
                </c:pt>
                <c:pt idx="5">
                  <c:v>2169</c:v>
                </c:pt>
                <c:pt idx="6">
                  <c:v>1829</c:v>
                </c:pt>
                <c:pt idx="7">
                  <c:v>1824</c:v>
                </c:pt>
                <c:pt idx="8">
                  <c:v>1882</c:v>
                </c:pt>
              </c:numCache>
            </c:numRef>
          </c:val>
          <c:extLst>
            <c:ext xmlns:c16="http://schemas.microsoft.com/office/drawing/2014/chart" uri="{C3380CC4-5D6E-409C-BE32-E72D297353CC}">
              <c16:uniqueId val="{00000000-F35C-49D0-AA39-9DC663DC81F3}"/>
            </c:ext>
          </c:extLst>
        </c:ser>
        <c:dLbls>
          <c:showLegendKey val="0"/>
          <c:showVal val="0"/>
          <c:showCatName val="0"/>
          <c:showSerName val="0"/>
          <c:showPercent val="0"/>
          <c:showBubbleSize val="0"/>
        </c:dLbls>
        <c:gapWidth val="219"/>
        <c:overlap val="-27"/>
        <c:axId val="227004112"/>
        <c:axId val="226998352"/>
      </c:barChart>
      <c:catAx>
        <c:axId val="22700411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Rating</a:t>
                </a:r>
                <a:endParaRPr lang="en-IN"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6998352"/>
        <c:crosses val="autoZero"/>
        <c:auto val="1"/>
        <c:lblAlgn val="ctr"/>
        <c:lblOffset val="100"/>
        <c:noMultiLvlLbl val="0"/>
      </c:catAx>
      <c:valAx>
        <c:axId val="226998352"/>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count.</a:t>
                </a:r>
                <a:r>
                  <a:rPr lang="en-US" baseline="0" dirty="0"/>
                  <a:t> of Guru’s</a:t>
                </a:r>
                <a:endParaRPr lang="en-IN"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70041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chemeClr val="tx1">
          <a:lumMod val="15000"/>
          <a:lumOff val="85000"/>
        </a:schemeClr>
      </a:solidFill>
      <a:round/>
    </a:ln>
    <a:effectLst>
      <a:glow rad="139700">
        <a:schemeClr val="accent6">
          <a:satMod val="175000"/>
          <a:alpha val="40000"/>
        </a:schemeClr>
      </a:glow>
      <a:outerShdw blurRad="63500" sx="102000" sy="102000" algn="ctr" rotWithShape="0">
        <a:prstClr val="black">
          <a:alpha val="0"/>
        </a:prstClr>
      </a:outerShdw>
      <a:softEdge rad="12700"/>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[AstroSage_analysisproject.xlsx]Sheet1!PivotTable7</c:name>
    <c:fmtId val="10"/>
  </c:pivotSource>
  <c:chart>
    <c:title>
      <c:tx>
        <c:rich>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r>
              <a:rPr lang="en-US" dirty="0">
                <a:solidFill>
                  <a:schemeClr val="tx1"/>
                </a:solidFill>
              </a:rPr>
              <a:t>Days Wise Distribution</a:t>
            </a:r>
          </a:p>
          <a:p>
            <a:pPr>
              <a:defRPr/>
            </a:pP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endParaRPr lang="en-US"/>
        </a:p>
      </c:txPr>
    </c:title>
    <c:autoTitleDeleted val="0"/>
    <c:pivotFmts>
      <c:pivotFmt>
        <c:idx val="0"/>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Sheet1!$BP$75</c:f>
              <c:strCache>
                <c:ptCount val="1"/>
                <c:pt idx="0">
                  <c:v>Total</c:v>
                </c:pt>
              </c:strCache>
            </c:strRef>
          </c:tx>
          <c:spPr>
            <a:solidFill>
              <a:schemeClr val="bg2">
                <a:lumMod val="50000"/>
              </a:schemeClr>
            </a:solidFill>
            <a:ln>
              <a:noFill/>
            </a:ln>
            <a:effectLst/>
          </c:spPr>
          <c:invertIfNegative val="0"/>
          <c:dLbls>
            <c:dLbl>
              <c:idx val="0"/>
              <c:tx>
                <c:rich>
                  <a:bodyPr/>
                  <a:lstStyle/>
                  <a:p>
                    <a:fld id="{3897DE73-0095-4B4C-9F69-E92209393026}" type="VALUE">
                      <a:rPr lang="en-US">
                        <a:solidFill>
                          <a:schemeClr val="tx1"/>
                        </a:solidFill>
                      </a:rPr>
                      <a:pPr/>
                      <a:t>[VALUE]</a:t>
                    </a:fld>
                    <a:endParaRPr lang="en-IN"/>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0DCA-4E85-9C7B-F656273F9356}"/>
                </c:ext>
              </c:extLst>
            </c:dLbl>
            <c:dLbl>
              <c:idx val="1"/>
              <c:tx>
                <c:rich>
                  <a:bodyPr/>
                  <a:lstStyle/>
                  <a:p>
                    <a:fld id="{B08DC9B8-7702-4E74-BB5E-C3000DDF30D1}" type="VALUE">
                      <a:rPr lang="en-US">
                        <a:solidFill>
                          <a:schemeClr val="tx1"/>
                        </a:solidFill>
                      </a:rPr>
                      <a:pPr/>
                      <a:t>[VALUE]</a:t>
                    </a:fld>
                    <a:endParaRPr lang="en-IN"/>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0DCA-4E85-9C7B-F656273F9356}"/>
                </c:ext>
              </c:extLst>
            </c:dLbl>
            <c:dLbl>
              <c:idx val="2"/>
              <c:tx>
                <c:rich>
                  <a:bodyPr/>
                  <a:lstStyle/>
                  <a:p>
                    <a:fld id="{3C75D2A3-FEF0-4D84-8934-7B8CBCCC3015}" type="VALUE">
                      <a:rPr lang="en-US">
                        <a:solidFill>
                          <a:schemeClr val="tx1"/>
                        </a:solidFill>
                      </a:rPr>
                      <a:pPr/>
                      <a:t>[VALUE]</a:t>
                    </a:fld>
                    <a:endParaRPr lang="en-IN"/>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DCA-4E85-9C7B-F656273F9356}"/>
                </c:ext>
              </c:extLst>
            </c:dLbl>
            <c:dLbl>
              <c:idx val="3"/>
              <c:tx>
                <c:rich>
                  <a:bodyPr/>
                  <a:lstStyle/>
                  <a:p>
                    <a:fld id="{BD9DDA5A-D78A-412D-95D1-B0FC5788B980}" type="VALUE">
                      <a:rPr lang="en-US">
                        <a:solidFill>
                          <a:schemeClr val="tx1"/>
                        </a:solidFill>
                      </a:rPr>
                      <a:pPr/>
                      <a:t>[VALUE]</a:t>
                    </a:fld>
                    <a:endParaRPr lang="en-IN"/>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0DCA-4E85-9C7B-F656273F9356}"/>
                </c:ext>
              </c:extLst>
            </c:dLbl>
            <c:dLbl>
              <c:idx val="4"/>
              <c:tx>
                <c:rich>
                  <a:bodyPr/>
                  <a:lstStyle/>
                  <a:p>
                    <a:fld id="{AA7EA152-F522-4674-B363-26198061C437}" type="VALUE">
                      <a:rPr lang="en-US">
                        <a:solidFill>
                          <a:schemeClr val="tx1"/>
                        </a:solidFill>
                      </a:rPr>
                      <a:pPr/>
                      <a:t>[VALUE]</a:t>
                    </a:fld>
                    <a:endParaRPr lang="en-IN"/>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DCA-4E85-9C7B-F656273F9356}"/>
                </c:ext>
              </c:extLst>
            </c:dLbl>
            <c:dLbl>
              <c:idx val="5"/>
              <c:tx>
                <c:rich>
                  <a:bodyPr/>
                  <a:lstStyle/>
                  <a:p>
                    <a:fld id="{307F99D3-8F19-482F-A8E4-E969AF2BEC6A}" type="VALUE">
                      <a:rPr lang="en-US">
                        <a:solidFill>
                          <a:schemeClr val="tx1"/>
                        </a:solidFill>
                      </a:rPr>
                      <a:pPr/>
                      <a:t>[VALUE]</a:t>
                    </a:fld>
                    <a:endParaRPr lang="en-IN"/>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0DCA-4E85-9C7B-F656273F9356}"/>
                </c:ext>
              </c:extLst>
            </c:dLbl>
            <c:dLbl>
              <c:idx val="6"/>
              <c:tx>
                <c:rich>
                  <a:bodyPr/>
                  <a:lstStyle/>
                  <a:p>
                    <a:fld id="{E19C4F03-FB72-44E6-ABB8-E2EC9E51A634}" type="VALUE">
                      <a:rPr lang="en-US">
                        <a:solidFill>
                          <a:schemeClr val="tx1"/>
                        </a:solidFill>
                      </a:rPr>
                      <a:pPr/>
                      <a:t>[VALUE]</a:t>
                    </a:fld>
                    <a:endParaRPr lang="en-IN"/>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0DCA-4E85-9C7B-F656273F9356}"/>
                </c:ext>
              </c:extLst>
            </c:dLbl>
            <c:spPr>
              <a:solidFill>
                <a:schemeClr val="bg2">
                  <a:lumMod val="50000"/>
                </a:schemeClr>
              </a:solid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Sheet1!$BO$76:$BO$83</c:f>
              <c:strCache>
                <c:ptCount val="7"/>
                <c:pt idx="0">
                  <c:v>Sunday</c:v>
                </c:pt>
                <c:pt idx="1">
                  <c:v>Monday</c:v>
                </c:pt>
                <c:pt idx="2">
                  <c:v>Tuesday</c:v>
                </c:pt>
                <c:pt idx="3">
                  <c:v>Wednesday</c:v>
                </c:pt>
                <c:pt idx="4">
                  <c:v>Thursday</c:v>
                </c:pt>
                <c:pt idx="5">
                  <c:v>Friday</c:v>
                </c:pt>
                <c:pt idx="6">
                  <c:v>Saturday</c:v>
                </c:pt>
              </c:strCache>
            </c:strRef>
          </c:cat>
          <c:val>
            <c:numRef>
              <c:f>Sheet1!$BP$76:$BP$83</c:f>
              <c:numCache>
                <c:formatCode>General</c:formatCode>
                <c:ptCount val="7"/>
                <c:pt idx="0">
                  <c:v>4592</c:v>
                </c:pt>
                <c:pt idx="1">
                  <c:v>4010</c:v>
                </c:pt>
                <c:pt idx="2">
                  <c:v>3969</c:v>
                </c:pt>
                <c:pt idx="3">
                  <c:v>3367</c:v>
                </c:pt>
                <c:pt idx="4">
                  <c:v>3341</c:v>
                </c:pt>
                <c:pt idx="5">
                  <c:v>4515</c:v>
                </c:pt>
                <c:pt idx="6">
                  <c:v>4233</c:v>
                </c:pt>
              </c:numCache>
            </c:numRef>
          </c:val>
          <c:extLst>
            <c:ext xmlns:c16="http://schemas.microsoft.com/office/drawing/2014/chart" uri="{C3380CC4-5D6E-409C-BE32-E72D297353CC}">
              <c16:uniqueId val="{00000000-0DCA-4E85-9C7B-F656273F9356}"/>
            </c:ext>
          </c:extLst>
        </c:ser>
        <c:dLbls>
          <c:dLblPos val="outEnd"/>
          <c:showLegendKey val="0"/>
          <c:showVal val="1"/>
          <c:showCatName val="0"/>
          <c:showSerName val="0"/>
          <c:showPercent val="0"/>
          <c:showBubbleSize val="0"/>
        </c:dLbls>
        <c:gapWidth val="219"/>
        <c:overlap val="-27"/>
        <c:axId val="338124288"/>
        <c:axId val="338127168"/>
      </c:barChart>
      <c:catAx>
        <c:axId val="33812428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dk1"/>
                    </a:solidFill>
                    <a:latin typeface="+mn-lt"/>
                    <a:ea typeface="+mn-ea"/>
                    <a:cs typeface="+mn-cs"/>
                  </a:defRPr>
                </a:pPr>
                <a:r>
                  <a:rPr lang="en-US" sz="1100" dirty="0">
                    <a:solidFill>
                      <a:schemeClr val="tx1"/>
                    </a:solidFill>
                  </a:rPr>
                  <a:t>Day</a:t>
                </a:r>
                <a:endParaRPr lang="en-IN" sz="1100"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dk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338127168"/>
        <c:crosses val="autoZero"/>
        <c:auto val="1"/>
        <c:lblAlgn val="ctr"/>
        <c:lblOffset val="100"/>
        <c:noMultiLvlLbl val="0"/>
      </c:catAx>
      <c:valAx>
        <c:axId val="33812716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dk1"/>
                    </a:solidFill>
                    <a:latin typeface="+mn-lt"/>
                    <a:ea typeface="+mn-ea"/>
                    <a:cs typeface="+mn-cs"/>
                  </a:defRPr>
                </a:pPr>
                <a:r>
                  <a:rPr lang="en-US" sz="1050" dirty="0">
                    <a:solidFill>
                      <a:schemeClr val="tx1"/>
                    </a:solidFill>
                  </a:rPr>
                  <a:t>Volume</a:t>
                </a:r>
                <a:endParaRPr lang="en-IN" sz="1050" dirty="0">
                  <a:solidFill>
                    <a:schemeClr val="tx1"/>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dk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338124288"/>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ap="flat" cmpd="sng" algn="ctr">
      <a:solidFill>
        <a:schemeClr val="dk1"/>
      </a:solidFill>
      <a:prstDash val="solid"/>
      <a:miter lim="800000"/>
    </a:ln>
    <a:effectLst>
      <a:glow rad="139700">
        <a:schemeClr val="accent6">
          <a:satMod val="175000"/>
          <a:alpha val="40000"/>
        </a:schemeClr>
      </a:glow>
      <a:outerShdw blurRad="63500" sx="102000" sy="102000" algn="ctr" rotWithShape="0">
        <a:prstClr val="black">
          <a:alpha val="0"/>
        </a:prstClr>
      </a:outerShdw>
      <a:softEdge rad="12700"/>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[AstroSage_analysisproject.xlsx]Sheet1!PivotTable9</c:name>
    <c:fmtId val="26"/>
  </c:pivotSource>
  <c:chart>
    <c:title>
      <c:tx>
        <c:rich>
          <a:bodyPr rot="0" spcFirstLastPara="1" vertOverflow="ellipsis" vert="horz" wrap="square" anchor="ctr" anchorCtr="1"/>
          <a:lstStyle/>
          <a:p>
            <a:pPr>
              <a:defRPr sz="1400" b="1" i="0" u="none" strike="noStrike" kern="1200" cap="all" spc="50" baseline="0">
                <a:solidFill>
                  <a:schemeClr val="tx1">
                    <a:lumMod val="65000"/>
                    <a:lumOff val="35000"/>
                  </a:schemeClr>
                </a:solidFill>
                <a:latin typeface="+mn-lt"/>
                <a:ea typeface="+mn-ea"/>
                <a:cs typeface="+mn-cs"/>
              </a:defRPr>
            </a:pPr>
            <a:r>
              <a:rPr lang="en-US"/>
              <a:t>Website Distribution</a:t>
            </a:r>
          </a:p>
        </c:rich>
      </c:tx>
      <c:overlay val="0"/>
      <c:spPr>
        <a:noFill/>
        <a:ln>
          <a:noFill/>
        </a:ln>
        <a:effectLst/>
      </c:spPr>
      <c:txPr>
        <a:bodyPr rot="0" spcFirstLastPara="1" vertOverflow="ellipsis" vert="horz" wrap="square" anchor="ctr" anchorCtr="1"/>
        <a:lstStyle/>
        <a:p>
          <a:pPr>
            <a:defRPr sz="1400" b="1" i="0" u="none" strike="noStrike" kern="1200" cap="all" spc="5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1"/>
          <c:showBubbleSize val="0"/>
          <c:extLst>
            <c:ext xmlns:c15="http://schemas.microsoft.com/office/drawing/2012/chart" uri="{CE6537A1-D6FC-4f65-9D91-7224C49458BB}"/>
          </c:extLst>
        </c:dLbl>
      </c:pivotFmt>
      <c:pivotFmt>
        <c:idx val="1"/>
        <c:dLbl>
          <c:idx val="0"/>
          <c:showLegendKey val="0"/>
          <c:showVal val="0"/>
          <c:showCatName val="0"/>
          <c:showSerName val="0"/>
          <c:showPercent val="1"/>
          <c:showBubbleSize val="0"/>
          <c:extLst>
            <c:ext xmlns:c15="http://schemas.microsoft.com/office/drawing/2012/chart" uri="{CE6537A1-D6FC-4f65-9D91-7224C49458BB}"/>
          </c:extLst>
        </c:dLbl>
      </c:pivotFmt>
      <c:pivotFmt>
        <c:idx val="2"/>
      </c:pivotFmt>
      <c:pivotFmt>
        <c:idx val="3"/>
      </c:pivotFmt>
      <c:pivotFmt>
        <c:idx val="4"/>
      </c:pivotFmt>
      <c:pivotFmt>
        <c:idx val="5"/>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6"/>
        <c:spPr>
          <a:solidFill>
            <a:schemeClr val="accent6">
              <a:tint val="65000"/>
            </a:schemeClr>
          </a:solidFill>
          <a:ln>
            <a:noFill/>
          </a:ln>
          <a:effectLst/>
          <a:scene3d>
            <a:camera prst="orthographicFront"/>
            <a:lightRig rig="brightRoom" dir="t"/>
          </a:scene3d>
          <a:sp3d prstMaterial="flat">
            <a:bevelT w="50800" h="101600" prst="angle"/>
            <a:contourClr>
              <a:srgbClr val="000000"/>
            </a:contourClr>
          </a:sp3d>
        </c:spPr>
      </c:pivotFmt>
      <c:pivotFmt>
        <c:idx val="7"/>
        <c:spPr>
          <a:solidFill>
            <a:schemeClr val="accent6"/>
          </a:solidFill>
          <a:ln>
            <a:noFill/>
          </a:ln>
          <a:effectLst/>
          <a:scene3d>
            <a:camera prst="orthographicFront"/>
            <a:lightRig rig="brightRoom" dir="t"/>
          </a:scene3d>
          <a:sp3d prstMaterial="flat">
            <a:bevelT w="50800" h="101600" prst="angle"/>
            <a:contourClr>
              <a:srgbClr val="000000"/>
            </a:contourClr>
          </a:sp3d>
        </c:spPr>
      </c:pivotFmt>
      <c:pivotFmt>
        <c:idx val="8"/>
        <c:spPr>
          <a:solidFill>
            <a:schemeClr val="accent6">
              <a:shade val="65000"/>
            </a:schemeClr>
          </a:solidFill>
          <a:ln>
            <a:noFill/>
          </a:ln>
          <a:effectLst/>
          <a:scene3d>
            <a:camera prst="orthographicFront"/>
            <a:lightRig rig="brightRoom" dir="t"/>
          </a:scene3d>
          <a:sp3d prstMaterial="flat">
            <a:bevelT w="50800" h="101600" prst="angle"/>
            <a:contourClr>
              <a:srgbClr val="000000"/>
            </a:contourClr>
          </a:sp3d>
        </c:spPr>
      </c:pivotFmt>
      <c:pivotFmt>
        <c:idx val="9"/>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0"/>
        <c:spPr>
          <a:solidFill>
            <a:schemeClr val="accent6">
              <a:tint val="65000"/>
            </a:schemeClr>
          </a:solidFill>
          <a:ln>
            <a:noFill/>
          </a:ln>
          <a:effectLst/>
          <a:scene3d>
            <a:camera prst="orthographicFront"/>
            <a:lightRig rig="brightRoom" dir="t"/>
          </a:scene3d>
          <a:sp3d prstMaterial="flat">
            <a:bevelT w="50800" h="101600" prst="angle"/>
            <a:contourClr>
              <a:srgbClr val="000000"/>
            </a:contourClr>
          </a:sp3d>
        </c:spPr>
      </c:pivotFmt>
      <c:pivotFmt>
        <c:idx val="11"/>
        <c:spPr>
          <a:solidFill>
            <a:schemeClr val="accent6"/>
          </a:solidFill>
          <a:ln>
            <a:noFill/>
          </a:ln>
          <a:effectLst/>
          <a:scene3d>
            <a:camera prst="orthographicFront"/>
            <a:lightRig rig="brightRoom" dir="t"/>
          </a:scene3d>
          <a:sp3d prstMaterial="flat">
            <a:bevelT w="50800" h="101600" prst="angle"/>
            <a:contourClr>
              <a:srgbClr val="000000"/>
            </a:contourClr>
          </a:sp3d>
        </c:spPr>
      </c:pivotFmt>
      <c:pivotFmt>
        <c:idx val="12"/>
        <c:spPr>
          <a:solidFill>
            <a:schemeClr val="accent6">
              <a:shade val="65000"/>
            </a:schemeClr>
          </a:solidFill>
          <a:ln>
            <a:noFill/>
          </a:ln>
          <a:effectLst/>
          <a:scene3d>
            <a:camera prst="orthographicFront"/>
            <a:lightRig rig="brightRoom" dir="t"/>
          </a:scene3d>
          <a:sp3d prstMaterial="flat">
            <a:bevelT w="50800" h="101600" prst="angle"/>
            <a:contourClr>
              <a:srgbClr val="000000"/>
            </a:contourClr>
          </a:sp3d>
        </c:spPr>
      </c:pivotFmt>
      <c:pivotFmt>
        <c:idx val="13"/>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4"/>
        <c:spPr>
          <a:solidFill>
            <a:schemeClr val="accent6">
              <a:tint val="65000"/>
            </a:schemeClr>
          </a:solidFill>
          <a:ln>
            <a:noFill/>
          </a:ln>
          <a:effectLst/>
          <a:scene3d>
            <a:camera prst="orthographicFront"/>
            <a:lightRig rig="brightRoom" dir="t"/>
          </a:scene3d>
          <a:sp3d prstMaterial="flat">
            <a:bevelT w="50800" h="101600" prst="angle"/>
            <a:contourClr>
              <a:srgbClr val="000000"/>
            </a:contourClr>
          </a:sp3d>
        </c:spPr>
      </c:pivotFmt>
      <c:pivotFmt>
        <c:idx val="15"/>
        <c:spPr>
          <a:solidFill>
            <a:schemeClr val="accent6"/>
          </a:solidFill>
          <a:ln>
            <a:noFill/>
          </a:ln>
          <a:effectLst/>
          <a:scene3d>
            <a:camera prst="orthographicFront"/>
            <a:lightRig rig="brightRoom" dir="t"/>
          </a:scene3d>
          <a:sp3d prstMaterial="flat">
            <a:bevelT w="50800" h="101600" prst="angle"/>
            <a:contourClr>
              <a:srgbClr val="000000"/>
            </a:contourClr>
          </a:sp3d>
        </c:spPr>
      </c:pivotFmt>
      <c:pivotFmt>
        <c:idx val="16"/>
        <c:spPr>
          <a:solidFill>
            <a:schemeClr val="accent6">
              <a:shade val="65000"/>
            </a:schemeClr>
          </a:solidFill>
          <a:ln>
            <a:noFill/>
          </a:ln>
          <a:effectLst/>
          <a:scene3d>
            <a:camera prst="orthographicFront"/>
            <a:lightRig rig="brightRoom" dir="t"/>
          </a:scene3d>
          <a:sp3d prstMaterial="flat">
            <a:bevelT w="50800" h="101600" prst="angle"/>
            <a:contourClr>
              <a:srgbClr val="000000"/>
            </a:contourClr>
          </a:sp3d>
        </c:spPr>
      </c:pivotFmt>
    </c:pivotFmts>
    <c:plotArea>
      <c:layout/>
      <c:doughnutChart>
        <c:varyColors val="1"/>
        <c:ser>
          <c:idx val="0"/>
          <c:order val="0"/>
          <c:tx>
            <c:strRef>
              <c:f>Sheet1!$BP$121</c:f>
              <c:strCache>
                <c:ptCount val="1"/>
                <c:pt idx="0">
                  <c:v>Total</c:v>
                </c:pt>
              </c:strCache>
            </c:strRef>
          </c:tx>
          <c:dPt>
            <c:idx val="0"/>
            <c:bubble3D val="0"/>
            <c:spPr>
              <a:solidFill>
                <a:schemeClr val="accent6">
                  <a:tint val="65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A53F-4EFE-95E5-2B85221851F3}"/>
              </c:ext>
            </c:extLst>
          </c:dPt>
          <c:dPt>
            <c:idx val="1"/>
            <c:bubble3D val="0"/>
            <c:spPr>
              <a:solidFill>
                <a:schemeClr val="accent6"/>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A53F-4EFE-95E5-2B85221851F3}"/>
              </c:ext>
            </c:extLst>
          </c:dPt>
          <c:dPt>
            <c:idx val="2"/>
            <c:bubble3D val="0"/>
            <c:spPr>
              <a:solidFill>
                <a:schemeClr val="accent6">
                  <a:shade val="65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A53F-4EFE-95E5-2B85221851F3}"/>
              </c:ext>
            </c:extLst>
          </c:dPt>
          <c:dLbls>
            <c:spPr>
              <a:solidFill>
                <a:schemeClr val="bg1"/>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Sheet1!$BO$122:$BO$125</c:f>
              <c:strCache>
                <c:ptCount val="3"/>
                <c:pt idx="0">
                  <c:v>app</c:v>
                </c:pt>
                <c:pt idx="1">
                  <c:v>dashboard</c:v>
                </c:pt>
                <c:pt idx="2">
                  <c:v>gurucool</c:v>
                </c:pt>
              </c:strCache>
            </c:strRef>
          </c:cat>
          <c:val>
            <c:numRef>
              <c:f>Sheet1!$BP$122:$BP$125</c:f>
              <c:numCache>
                <c:formatCode>General</c:formatCode>
                <c:ptCount val="3"/>
                <c:pt idx="0">
                  <c:v>7800</c:v>
                </c:pt>
                <c:pt idx="1">
                  <c:v>2</c:v>
                </c:pt>
                <c:pt idx="2">
                  <c:v>20225</c:v>
                </c:pt>
              </c:numCache>
            </c:numRef>
          </c:val>
          <c:extLst>
            <c:ext xmlns:c16="http://schemas.microsoft.com/office/drawing/2014/chart" uri="{C3380CC4-5D6E-409C-BE32-E72D297353CC}">
              <c16:uniqueId val="{00000006-A53F-4EFE-95E5-2B85221851F3}"/>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15000"/>
          <a:lumOff val="85000"/>
        </a:schemeClr>
      </a:solidFill>
      <a:round/>
    </a:ln>
    <a:effectLst>
      <a:glow rad="139700">
        <a:schemeClr val="accent6">
          <a:satMod val="175000"/>
          <a:alpha val="40000"/>
        </a:schemeClr>
      </a:glow>
      <a:outerShdw blurRad="63500" sx="102000" sy="102000" algn="ctr" rotWithShape="0">
        <a:prstClr val="black">
          <a:alpha val="0"/>
        </a:prstClr>
      </a:outerShdw>
      <a:softEdge rad="12700"/>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[AstroSage_analysisproject.xlsx]Sheet1!PivotTable10</c:name>
    <c:fmtId val="19"/>
  </c:pivotSource>
  <c:chart>
    <c:title>
      <c:tx>
        <c:rich>
          <a:bodyPr rot="0" spcFirstLastPara="1" vertOverflow="ellipsis" vert="horz" wrap="square" anchor="ctr" anchorCtr="1"/>
          <a:lstStyle/>
          <a:p>
            <a:pPr>
              <a:defRPr sz="1400" b="1" i="0" u="none" strike="noStrike" kern="1200" cap="all" spc="50" baseline="0">
                <a:solidFill>
                  <a:schemeClr val="tx1">
                    <a:lumMod val="65000"/>
                    <a:lumOff val="35000"/>
                  </a:schemeClr>
                </a:solidFill>
                <a:latin typeface="+mn-lt"/>
                <a:ea typeface="+mn-ea"/>
                <a:cs typeface="+mn-cs"/>
              </a:defRPr>
            </a:pPr>
            <a:r>
              <a:rPr lang="en-US"/>
              <a:t>Platform Activity</a:t>
            </a:r>
          </a:p>
        </c:rich>
      </c:tx>
      <c:overlay val="0"/>
      <c:spPr>
        <a:noFill/>
        <a:ln>
          <a:noFill/>
        </a:ln>
        <a:effectLst/>
      </c:spPr>
      <c:txPr>
        <a:bodyPr rot="0" spcFirstLastPara="1" vertOverflow="ellipsis" vert="horz" wrap="square" anchor="ctr" anchorCtr="1"/>
        <a:lstStyle/>
        <a:p>
          <a:pPr>
            <a:defRPr sz="1400" b="1" i="0" u="none" strike="noStrike" kern="1200" cap="all" spc="5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1"/>
          <c:showBubbleSize val="0"/>
          <c:extLst>
            <c:ext xmlns:c15="http://schemas.microsoft.com/office/drawing/2012/chart" uri="{CE6537A1-D6FC-4f65-9D91-7224C49458BB}"/>
          </c:extLst>
        </c:dLbl>
      </c:pivotFmt>
      <c:pivotFmt>
        <c:idx val="1"/>
        <c:dLbl>
          <c:idx val="0"/>
          <c:showLegendKey val="0"/>
          <c:showVal val="0"/>
          <c:showCatName val="0"/>
          <c:showSerName val="0"/>
          <c:showPercent val="1"/>
          <c:showBubbleSize val="0"/>
          <c:extLst>
            <c:ext xmlns:c15="http://schemas.microsoft.com/office/drawing/2012/chart" uri="{CE6537A1-D6FC-4f65-9D91-7224C49458BB}"/>
          </c:extLst>
        </c:dLbl>
      </c:pivotFmt>
      <c:pivotFmt>
        <c:idx val="2"/>
      </c:pivotFmt>
      <c:pivotFmt>
        <c:idx val="3"/>
      </c:pivotFmt>
      <c:pivotFmt>
        <c:idx val="4"/>
      </c:pivotFmt>
      <c:pivotFmt>
        <c:idx val="5"/>
      </c:pivotFmt>
      <c:pivotFmt>
        <c:idx val="6"/>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6">
              <a:tint val="58000"/>
            </a:schemeClr>
          </a:solidFill>
          <a:ln>
            <a:noFill/>
          </a:ln>
          <a:effectLst/>
          <a:scene3d>
            <a:camera prst="orthographicFront"/>
            <a:lightRig rig="brightRoom" dir="t"/>
          </a:scene3d>
          <a:sp3d prstMaterial="flat">
            <a:bevelT w="50800" h="101600" prst="angle"/>
            <a:contourClr>
              <a:srgbClr val="000000"/>
            </a:contourClr>
          </a:sp3d>
        </c:spPr>
      </c:pivotFmt>
      <c:pivotFmt>
        <c:idx val="8"/>
        <c:spPr>
          <a:solidFill>
            <a:schemeClr val="accent6">
              <a:tint val="86000"/>
            </a:schemeClr>
          </a:solidFill>
          <a:ln>
            <a:noFill/>
          </a:ln>
          <a:effectLst/>
          <a:scene3d>
            <a:camera prst="orthographicFront"/>
            <a:lightRig rig="brightRoom" dir="t"/>
          </a:scene3d>
          <a:sp3d prstMaterial="flat">
            <a:bevelT w="50800" h="101600" prst="angle"/>
            <a:contourClr>
              <a:srgbClr val="000000"/>
            </a:contourClr>
          </a:sp3d>
        </c:spPr>
      </c:pivotFmt>
      <c:pivotFmt>
        <c:idx val="9"/>
        <c:spPr>
          <a:solidFill>
            <a:schemeClr val="accent6">
              <a:shade val="86000"/>
            </a:schemeClr>
          </a:solidFill>
          <a:ln>
            <a:noFill/>
          </a:ln>
          <a:effectLst/>
          <a:scene3d>
            <a:camera prst="orthographicFront"/>
            <a:lightRig rig="brightRoom" dir="t"/>
          </a:scene3d>
          <a:sp3d prstMaterial="flat">
            <a:bevelT w="50800" h="101600" prst="angle"/>
            <a:contourClr>
              <a:srgbClr val="000000"/>
            </a:contourClr>
          </a:sp3d>
        </c:spPr>
      </c:pivotFmt>
      <c:pivotFmt>
        <c:idx val="10"/>
        <c:spPr>
          <a:solidFill>
            <a:schemeClr val="accent6">
              <a:shade val="58000"/>
            </a:schemeClr>
          </a:solidFill>
          <a:ln>
            <a:noFill/>
          </a:ln>
          <a:effectLst/>
          <a:scene3d>
            <a:camera prst="orthographicFront"/>
            <a:lightRig rig="brightRoom" dir="t"/>
          </a:scene3d>
          <a:sp3d prstMaterial="flat">
            <a:bevelT w="50800" h="101600" prst="angle"/>
            <a:contourClr>
              <a:srgbClr val="000000"/>
            </a:contourClr>
          </a:sp3d>
        </c:spPr>
      </c:pivotFmt>
      <c:pivotFmt>
        <c:idx val="11"/>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howLegendKey val="0"/>
          <c:showVal val="0"/>
          <c:showCatName val="0"/>
          <c:showSerName val="0"/>
          <c:showPercent val="1"/>
          <c:showBubbleSize val="0"/>
          <c:extLst>
            <c:ext xmlns:c15="http://schemas.microsoft.com/office/drawing/2012/chart" uri="{CE6537A1-D6FC-4f65-9D91-7224C49458BB}"/>
          </c:extLst>
        </c:dLbl>
      </c:pivotFmt>
      <c:pivotFmt>
        <c:idx val="12"/>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howLegendKey val="0"/>
          <c:showVal val="0"/>
          <c:showCatName val="0"/>
          <c:showSerName val="0"/>
          <c:showPercent val="1"/>
          <c:showBubbleSize val="0"/>
          <c:extLst>
            <c:ext xmlns:c15="http://schemas.microsoft.com/office/drawing/2012/chart" uri="{CE6537A1-D6FC-4f65-9D91-7224C49458BB}"/>
          </c:extLst>
        </c:dLbl>
      </c:pivotFmt>
      <c:pivotFmt>
        <c:idx val="13"/>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howLegendKey val="0"/>
          <c:showVal val="0"/>
          <c:showCatName val="0"/>
          <c:showSerName val="0"/>
          <c:showPercent val="1"/>
          <c:showBubbleSize val="0"/>
          <c:extLst>
            <c:ext xmlns:c15="http://schemas.microsoft.com/office/drawing/2012/chart" uri="{CE6537A1-D6FC-4f65-9D91-7224C49458BB}"/>
          </c:extLst>
        </c:dLbl>
      </c:pivotFmt>
      <c:pivotFmt>
        <c:idx val="14"/>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howLegendKey val="0"/>
          <c:showVal val="0"/>
          <c:showCatName val="0"/>
          <c:showSerName val="0"/>
          <c:showPercent val="1"/>
          <c:showBubbleSize val="0"/>
          <c:extLst>
            <c:ext xmlns:c15="http://schemas.microsoft.com/office/drawing/2012/chart" uri="{CE6537A1-D6FC-4f65-9D91-7224C49458BB}"/>
          </c:extLst>
        </c:dLbl>
      </c:pivotFmt>
      <c:pivotFmt>
        <c:idx val="15"/>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howLegendKey val="0"/>
          <c:showVal val="0"/>
          <c:showCatName val="0"/>
          <c:showSerName val="0"/>
          <c:showPercent val="1"/>
          <c:showBubbleSize val="0"/>
          <c:extLst>
            <c:ext xmlns:c15="http://schemas.microsoft.com/office/drawing/2012/chart" uri="{CE6537A1-D6FC-4f65-9D91-7224C49458BB}"/>
          </c:extLst>
        </c:dLbl>
      </c:pivotFmt>
      <c:pivotFmt>
        <c:idx val="16"/>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7"/>
        <c:spPr>
          <a:solidFill>
            <a:schemeClr val="accent6">
              <a:tint val="58000"/>
            </a:schemeClr>
          </a:solidFill>
          <a:ln>
            <a:noFill/>
          </a:ln>
          <a:effectLst/>
          <a:scene3d>
            <a:camera prst="orthographicFront"/>
            <a:lightRig rig="brightRoom" dir="t"/>
          </a:scene3d>
          <a:sp3d prstMaterial="flat">
            <a:bevelT w="50800" h="101600" prst="angle"/>
            <a:contourClr>
              <a:srgbClr val="000000"/>
            </a:contourClr>
          </a:sp3d>
        </c:spPr>
      </c:pivotFmt>
      <c:pivotFmt>
        <c:idx val="18"/>
        <c:spPr>
          <a:solidFill>
            <a:schemeClr val="accent6">
              <a:tint val="86000"/>
            </a:schemeClr>
          </a:solidFill>
          <a:ln>
            <a:noFill/>
          </a:ln>
          <a:effectLst/>
          <a:scene3d>
            <a:camera prst="orthographicFront"/>
            <a:lightRig rig="brightRoom" dir="t"/>
          </a:scene3d>
          <a:sp3d prstMaterial="flat">
            <a:bevelT w="50800" h="101600" prst="angle"/>
            <a:contourClr>
              <a:srgbClr val="000000"/>
            </a:contourClr>
          </a:sp3d>
        </c:spPr>
      </c:pivotFmt>
      <c:pivotFmt>
        <c:idx val="19"/>
        <c:spPr>
          <a:solidFill>
            <a:schemeClr val="accent6">
              <a:shade val="86000"/>
            </a:schemeClr>
          </a:solidFill>
          <a:ln>
            <a:noFill/>
          </a:ln>
          <a:effectLst/>
          <a:scene3d>
            <a:camera prst="orthographicFront"/>
            <a:lightRig rig="brightRoom" dir="t"/>
          </a:scene3d>
          <a:sp3d prstMaterial="flat">
            <a:bevelT w="50800" h="101600" prst="angle"/>
            <a:contourClr>
              <a:srgbClr val="000000"/>
            </a:contourClr>
          </a:sp3d>
        </c:spPr>
      </c:pivotFmt>
      <c:pivotFmt>
        <c:idx val="20"/>
        <c:spPr>
          <a:solidFill>
            <a:schemeClr val="accent6">
              <a:shade val="58000"/>
            </a:schemeClr>
          </a:solidFill>
          <a:ln>
            <a:noFill/>
          </a:ln>
          <a:effectLst/>
          <a:scene3d>
            <a:camera prst="orthographicFront"/>
            <a:lightRig rig="brightRoom" dir="t"/>
          </a:scene3d>
          <a:sp3d prstMaterial="flat">
            <a:bevelT w="50800" h="101600" prst="angle"/>
            <a:contourClr>
              <a:srgbClr val="000000"/>
            </a:contourClr>
          </a:sp3d>
        </c:spPr>
      </c:pivotFmt>
      <c:pivotFmt>
        <c:idx val="21"/>
        <c:spPr>
          <a:solidFill>
            <a:schemeClr val="accent6"/>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2"/>
        <c:spPr>
          <a:solidFill>
            <a:schemeClr val="accent6">
              <a:tint val="58000"/>
            </a:schemeClr>
          </a:solidFill>
          <a:ln>
            <a:noFill/>
          </a:ln>
          <a:effectLst/>
          <a:scene3d>
            <a:camera prst="orthographicFront"/>
            <a:lightRig rig="brightRoom" dir="t"/>
          </a:scene3d>
          <a:sp3d prstMaterial="flat">
            <a:bevelT w="50800" h="101600" prst="angle"/>
            <a:contourClr>
              <a:srgbClr val="000000"/>
            </a:contourClr>
          </a:sp3d>
        </c:spPr>
      </c:pivotFmt>
      <c:pivotFmt>
        <c:idx val="23"/>
        <c:spPr>
          <a:solidFill>
            <a:schemeClr val="accent6">
              <a:tint val="86000"/>
            </a:schemeClr>
          </a:solidFill>
          <a:ln>
            <a:noFill/>
          </a:ln>
          <a:effectLst/>
          <a:scene3d>
            <a:camera prst="orthographicFront"/>
            <a:lightRig rig="brightRoom" dir="t"/>
          </a:scene3d>
          <a:sp3d prstMaterial="flat">
            <a:bevelT w="50800" h="101600" prst="angle"/>
            <a:contourClr>
              <a:srgbClr val="000000"/>
            </a:contourClr>
          </a:sp3d>
        </c:spPr>
      </c:pivotFmt>
      <c:pivotFmt>
        <c:idx val="24"/>
        <c:spPr>
          <a:solidFill>
            <a:schemeClr val="accent6">
              <a:shade val="86000"/>
            </a:schemeClr>
          </a:solidFill>
          <a:ln>
            <a:noFill/>
          </a:ln>
          <a:effectLst/>
          <a:scene3d>
            <a:camera prst="orthographicFront"/>
            <a:lightRig rig="brightRoom" dir="t"/>
          </a:scene3d>
          <a:sp3d prstMaterial="flat">
            <a:bevelT w="50800" h="101600" prst="angle"/>
            <a:contourClr>
              <a:srgbClr val="000000"/>
            </a:contourClr>
          </a:sp3d>
        </c:spPr>
      </c:pivotFmt>
      <c:pivotFmt>
        <c:idx val="25"/>
        <c:spPr>
          <a:solidFill>
            <a:schemeClr val="accent6">
              <a:shade val="58000"/>
            </a:schemeClr>
          </a:solidFill>
          <a:ln>
            <a:noFill/>
          </a:ln>
          <a:effectLst/>
          <a:scene3d>
            <a:camera prst="orthographicFront"/>
            <a:lightRig rig="brightRoom" dir="t"/>
          </a:scene3d>
          <a:sp3d prstMaterial="flat">
            <a:bevelT w="50800" h="101600" prst="angle"/>
            <a:contourClr>
              <a:srgbClr val="000000"/>
            </a:contourClr>
          </a:sp3d>
        </c:spPr>
      </c:pivotFmt>
    </c:pivotFmts>
    <c:plotArea>
      <c:layout/>
      <c:doughnutChart>
        <c:varyColors val="1"/>
        <c:ser>
          <c:idx val="0"/>
          <c:order val="0"/>
          <c:tx>
            <c:strRef>
              <c:f>Sheet1!$BP$130</c:f>
              <c:strCache>
                <c:ptCount val="1"/>
                <c:pt idx="0">
                  <c:v>Total</c:v>
                </c:pt>
              </c:strCache>
            </c:strRef>
          </c:tx>
          <c:dPt>
            <c:idx val="0"/>
            <c:bubble3D val="0"/>
            <c:spPr>
              <a:solidFill>
                <a:schemeClr val="accent6">
                  <a:tint val="58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85EE-4D0E-BE4E-3DF8F82688FC}"/>
              </c:ext>
            </c:extLst>
          </c:dPt>
          <c:dPt>
            <c:idx val="1"/>
            <c:bubble3D val="0"/>
            <c:spPr>
              <a:solidFill>
                <a:schemeClr val="accent6">
                  <a:tint val="86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85EE-4D0E-BE4E-3DF8F82688FC}"/>
              </c:ext>
            </c:extLst>
          </c:dPt>
          <c:dPt>
            <c:idx val="2"/>
            <c:bubble3D val="0"/>
            <c:spPr>
              <a:solidFill>
                <a:schemeClr val="accent6">
                  <a:shade val="86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85EE-4D0E-BE4E-3DF8F82688FC}"/>
              </c:ext>
            </c:extLst>
          </c:dPt>
          <c:dPt>
            <c:idx val="3"/>
            <c:bubble3D val="0"/>
            <c:spPr>
              <a:solidFill>
                <a:schemeClr val="accent6">
                  <a:shade val="58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85EE-4D0E-BE4E-3DF8F82688FC}"/>
              </c:ext>
            </c:extLst>
          </c:dPt>
          <c:dLbls>
            <c:spPr>
              <a:solidFill>
                <a:schemeClr val="bg1"/>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Sheet1!$BO$131:$BO$135</c:f>
              <c:strCache>
                <c:ptCount val="4"/>
                <c:pt idx="0">
                  <c:v>Call</c:v>
                </c:pt>
                <c:pt idx="1">
                  <c:v>Chat</c:v>
                </c:pt>
                <c:pt idx="2">
                  <c:v>Complementary</c:v>
                </c:pt>
                <c:pt idx="3">
                  <c:v>public_live_Call</c:v>
                </c:pt>
              </c:strCache>
            </c:strRef>
          </c:cat>
          <c:val>
            <c:numRef>
              <c:f>Sheet1!$BP$131:$BP$135</c:f>
              <c:numCache>
                <c:formatCode>General</c:formatCode>
                <c:ptCount val="4"/>
                <c:pt idx="0">
                  <c:v>8508</c:v>
                </c:pt>
                <c:pt idx="1">
                  <c:v>19514</c:v>
                </c:pt>
                <c:pt idx="2">
                  <c:v>2</c:v>
                </c:pt>
                <c:pt idx="3">
                  <c:v>3</c:v>
                </c:pt>
              </c:numCache>
            </c:numRef>
          </c:val>
          <c:extLst>
            <c:ext xmlns:c16="http://schemas.microsoft.com/office/drawing/2014/chart" uri="{C3380CC4-5D6E-409C-BE32-E72D297353CC}">
              <c16:uniqueId val="{00000008-85EE-4D0E-BE4E-3DF8F82688FC}"/>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15000"/>
          <a:lumOff val="85000"/>
        </a:schemeClr>
      </a:solidFill>
      <a:round/>
    </a:ln>
    <a:effectLst>
      <a:glow rad="139700">
        <a:schemeClr val="accent6">
          <a:satMod val="175000"/>
          <a:alpha val="40000"/>
        </a:schemeClr>
      </a:glow>
      <a:outerShdw blurRad="63500" sx="102000" sy="102000" algn="ctr" rotWithShape="0">
        <a:prstClr val="black">
          <a:alpha val="0"/>
        </a:prstClr>
      </a:outerShdw>
      <a:softEdge rad="12700"/>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Reversed" id="26">
  <a:schemeClr val="accent6"/>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Reversed" id="26">
  <a:schemeClr val="accent6"/>
</cs:colorStyle>
</file>

<file path=ppt/charts/colors4.xml><?xml version="1.0" encoding="utf-8"?>
<cs:colorStyle xmlns:cs="http://schemas.microsoft.com/office/drawing/2012/chartStyle" xmlns:a="http://schemas.openxmlformats.org/drawingml/2006/main" meth="withinLinearReversed" id="26">
  <a:schemeClr val="accent6"/>
</cs:colorStyle>
</file>

<file path=ppt/charts/colors5.xml><?xml version="1.0" encoding="utf-8"?>
<cs:colorStyle xmlns:cs="http://schemas.microsoft.com/office/drawing/2012/chartStyle" xmlns:a="http://schemas.openxmlformats.org/drawingml/2006/main" meth="withinLinearReversed" id="26">
  <a:schemeClr val="accent6"/>
</cs:colorStyle>
</file>

<file path=ppt/charts/colors6.xml><?xml version="1.0" encoding="utf-8"?>
<cs:colorStyle xmlns:cs="http://schemas.microsoft.com/office/drawing/2012/chartStyle" xmlns:a="http://schemas.openxmlformats.org/drawingml/2006/main" meth="withinLinearReversed" id="26">
  <a:schemeClr val="accent6"/>
</cs:colorStyle>
</file>

<file path=ppt/charts/colors7.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1197"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A4C424-EE7A-4314-A071-359E024C0E06}"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255346" y="2750337"/>
            <a:ext cx="1171888" cy="1356442"/>
          </a:xfrm>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723846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A4C424-EE7A-4314-A071-359E024C0E06}"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2870549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A4C424-EE7A-4314-A071-359E024C0E06}"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729455" y="2869895"/>
            <a:ext cx="1154151" cy="1090789"/>
          </a:xfrm>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2467234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1A4C424-EE7A-4314-A071-359E024C0E06}"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130566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A4C424-EE7A-4314-A071-359E024C0E06}" type="datetimeFigureOut">
              <a:rPr lang="en-IN" smtClean="0"/>
              <a:t>06-01-2026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1689250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A4C424-EE7A-4314-A071-359E024C0E06}" type="datetimeFigureOut">
              <a:rPr lang="en-IN" smtClean="0"/>
              <a:t>06-01-2026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3896469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1A4C424-EE7A-4314-A071-359E024C0E06}" type="datetimeFigureOut">
              <a:rPr lang="en-IN" smtClean="0"/>
              <a:t>06-01-2026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2578364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1A4C424-EE7A-4314-A071-359E024C0E06}"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2797896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1A4C424-EE7A-4314-A071-359E024C0E06}"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428216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1A4C424-EE7A-4314-A071-359E024C0E06}"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309"/>
            <a:ext cx="1154151" cy="1090789"/>
          </a:xfrm>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1596333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1A4C424-EE7A-4314-A071-359E024C0E06}"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615"/>
            <a:ext cx="1154151" cy="1090789"/>
          </a:xfrm>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23857731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1A4C424-EE7A-4314-A071-359E024C0E06}"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07E77A5F-BF57-4469-9693-F1F43C568710}" type="slidenum">
              <a:rPr lang="en-IN" smtClean="0"/>
              <a:t>‹#›</a:t>
            </a:fld>
            <a:endParaRPr lang="en-IN"/>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4197948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1A4C424-EE7A-4314-A071-359E024C0E06}"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9947245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1A4C424-EE7A-4314-A071-359E024C0E06}" type="datetimeFigureOut">
              <a:rPr lang="en-IN" smtClean="0"/>
              <a:t>06-01-2026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28068149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1A4C424-EE7A-4314-A071-359E024C0E06}" type="datetimeFigureOut">
              <a:rPr lang="en-IN" smtClean="0"/>
              <a:t>06-01-2026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10637562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A4C424-EE7A-4314-A071-359E024C0E06}"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E77A5F-BF57-4469-9693-F1F43C568710}" type="slidenum">
              <a:rPr lang="en-IN" smtClean="0"/>
              <a:t>‹#›</a:t>
            </a:fld>
            <a:endParaRPr lang="en-IN"/>
          </a:p>
        </p:txBody>
      </p:sp>
    </p:spTree>
    <p:extLst>
      <p:ext uri="{BB962C8B-B14F-4D97-AF65-F5344CB8AC3E}">
        <p14:creationId xmlns:p14="http://schemas.microsoft.com/office/powerpoint/2010/main" val="8207973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31A4C424-EE7A-4314-A071-359E024C0E06}" type="datetimeFigureOut">
              <a:rPr lang="en-IN" smtClean="0"/>
              <a:t>06-01-2026</a:t>
            </a:fld>
            <a:endParaRPr lang="en-IN"/>
          </a:p>
        </p:txBody>
      </p:sp>
      <p:sp>
        <p:nvSpPr>
          <p:cNvPr id="5" name="Footer Placeholder 4"/>
          <p:cNvSpPr>
            <a:spLocks noGrp="1"/>
          </p:cNvSpPr>
          <p:nvPr>
            <p:ph type="ftr" sz="quarter" idx="11"/>
          </p:nvPr>
        </p:nvSpPr>
        <p:spPr>
          <a:xfrm>
            <a:off x="680321" y="5936188"/>
            <a:ext cx="6126805" cy="365125"/>
          </a:xfrm>
        </p:spPr>
        <p:txBody>
          <a:bodyPr/>
          <a:lstStyle/>
          <a:p>
            <a:endParaRPr lang="en-IN"/>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07E77A5F-BF57-4469-9693-F1F43C568710}" type="slidenum">
              <a:rPr lang="en-IN" smtClean="0"/>
              <a:t>‹#›</a:t>
            </a:fld>
            <a:endParaRPr lang="en-IN"/>
          </a:p>
        </p:txBody>
      </p:sp>
    </p:spTree>
    <p:extLst>
      <p:ext uri="{BB962C8B-B14F-4D97-AF65-F5344CB8AC3E}">
        <p14:creationId xmlns:p14="http://schemas.microsoft.com/office/powerpoint/2010/main" val="1396557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1A4C424-EE7A-4314-A071-359E024C0E06}" type="datetimeFigureOut">
              <a:rPr lang="en-IN" smtClean="0"/>
              <a:t>06-01-2026</a:t>
            </a:fld>
            <a:endParaRPr lang="en-IN"/>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07E77A5F-BF57-4469-9693-F1F43C568710}" type="slidenum">
              <a:rPr lang="en-IN" smtClean="0"/>
              <a:t>‹#›</a:t>
            </a:fld>
            <a:endParaRPr lang="en-IN"/>
          </a:p>
        </p:txBody>
      </p:sp>
    </p:spTree>
    <p:extLst>
      <p:ext uri="{BB962C8B-B14F-4D97-AF65-F5344CB8AC3E}">
        <p14:creationId xmlns:p14="http://schemas.microsoft.com/office/powerpoint/2010/main" val="87189588"/>
      </p:ext>
    </p:extLst>
  </p:cSld>
  <p:clrMap bg1="dk1" tx1="lt1" bg2="dk2" tx2="lt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806" r:id="rId15"/>
    <p:sldLayoutId id="2147483807" r:id="rId16"/>
    <p:sldLayoutId id="2147483808"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1B46C-67A8-BBDA-76CF-53D8FD834165}"/>
              </a:ext>
            </a:extLst>
          </p:cNvPr>
          <p:cNvSpPr>
            <a:spLocks noGrp="1"/>
          </p:cNvSpPr>
          <p:nvPr>
            <p:ph type="ctrTitle"/>
          </p:nvPr>
        </p:nvSpPr>
        <p:spPr/>
        <p:txBody>
          <a:bodyPr/>
          <a:lstStyle/>
          <a:p>
            <a:pPr algn="ctr"/>
            <a:r>
              <a:rPr lang="en-US" dirty="0" err="1">
                <a:latin typeface="Arial Black" panose="020B0A04020102020204" pitchFamily="34" charset="0"/>
              </a:rPr>
              <a:t>AstroSage</a:t>
            </a:r>
            <a:r>
              <a:rPr lang="en-US" dirty="0">
                <a:latin typeface="Arial Black" panose="020B0A04020102020204" pitchFamily="34" charset="0"/>
              </a:rPr>
              <a:t> Analysis</a:t>
            </a:r>
            <a:endParaRPr lang="en-IN" dirty="0">
              <a:latin typeface="Arial Black" panose="020B0A04020102020204" pitchFamily="34" charset="0"/>
            </a:endParaRPr>
          </a:p>
        </p:txBody>
      </p:sp>
      <p:sp>
        <p:nvSpPr>
          <p:cNvPr id="3" name="Subtitle 2">
            <a:extLst>
              <a:ext uri="{FF2B5EF4-FFF2-40B4-BE49-F238E27FC236}">
                <a16:creationId xmlns:a16="http://schemas.microsoft.com/office/drawing/2014/main" id="{BEB4407D-3BD9-FA60-2167-E56F280CC929}"/>
              </a:ext>
            </a:extLst>
          </p:cNvPr>
          <p:cNvSpPr>
            <a:spLocks noGrp="1"/>
          </p:cNvSpPr>
          <p:nvPr>
            <p:ph type="subTitle" idx="1"/>
          </p:nvPr>
        </p:nvSpPr>
        <p:spPr/>
        <p:txBody>
          <a:bodyPr/>
          <a:lstStyle/>
          <a:p>
            <a:r>
              <a:rPr lang="en-US" dirty="0"/>
              <a:t>-Jatin Garg</a:t>
            </a:r>
            <a:endParaRPr lang="en-IN" dirty="0"/>
          </a:p>
        </p:txBody>
      </p:sp>
    </p:spTree>
    <p:extLst>
      <p:ext uri="{BB962C8B-B14F-4D97-AF65-F5344CB8AC3E}">
        <p14:creationId xmlns:p14="http://schemas.microsoft.com/office/powerpoint/2010/main" val="2254235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7BC2B-7D1D-8F2F-2E3A-B966EAAA1996}"/>
              </a:ext>
            </a:extLst>
          </p:cNvPr>
          <p:cNvSpPr>
            <a:spLocks noGrp="1"/>
          </p:cNvSpPr>
          <p:nvPr>
            <p:ph type="title"/>
          </p:nvPr>
        </p:nvSpPr>
        <p:spPr/>
        <p:txBody>
          <a:bodyPr/>
          <a:lstStyle/>
          <a:p>
            <a:r>
              <a:rPr lang="en-US" dirty="0">
                <a:latin typeface="Arial Black" panose="020B0A04020102020204" pitchFamily="34" charset="0"/>
              </a:rPr>
              <a:t>About Astro Sage</a:t>
            </a:r>
            <a:endParaRPr lang="en-IN" dirty="0">
              <a:latin typeface="Arial Black" panose="020B0A04020102020204" pitchFamily="34" charset="0"/>
            </a:endParaRPr>
          </a:p>
        </p:txBody>
      </p:sp>
      <p:sp>
        <p:nvSpPr>
          <p:cNvPr id="3" name="TextBox 2">
            <a:extLst>
              <a:ext uri="{FF2B5EF4-FFF2-40B4-BE49-F238E27FC236}">
                <a16:creationId xmlns:a16="http://schemas.microsoft.com/office/drawing/2014/main" id="{E453729E-CE11-508D-C93F-0EEDC7C1DF93}"/>
              </a:ext>
            </a:extLst>
          </p:cNvPr>
          <p:cNvSpPr txBox="1"/>
          <p:nvPr/>
        </p:nvSpPr>
        <p:spPr>
          <a:xfrm>
            <a:off x="680320" y="2153265"/>
            <a:ext cx="9613861" cy="1754326"/>
          </a:xfrm>
          <a:prstGeom prst="rect">
            <a:avLst/>
          </a:prstGeom>
          <a:noFill/>
        </p:spPr>
        <p:txBody>
          <a:bodyPr wrap="square" rtlCol="0">
            <a:spAutoFit/>
          </a:bodyPr>
          <a:lstStyle/>
          <a:p>
            <a:pPr algn="just"/>
            <a:r>
              <a:rPr lang="en-IN" dirty="0" err="1"/>
              <a:t>AstroSage</a:t>
            </a:r>
            <a:r>
              <a:rPr lang="en-IN" dirty="0"/>
              <a:t>, under Ojas Softech Pvt Ltd, is a leading astrology platform providing AI-powered </a:t>
            </a:r>
            <a:r>
              <a:rPr lang="en-IN" dirty="0" err="1"/>
              <a:t>Kundli</a:t>
            </a:r>
            <a:r>
              <a:rPr lang="en-IN" dirty="0"/>
              <a:t> generation, daily horoscopes, personalized predictions, and professional consultations. It operates </a:t>
            </a:r>
            <a:r>
              <a:rPr lang="en-IN" dirty="0" err="1"/>
              <a:t>AstroSage</a:t>
            </a:r>
            <a:r>
              <a:rPr lang="en-IN" dirty="0"/>
              <a:t> </a:t>
            </a:r>
            <a:r>
              <a:rPr lang="en-IN" dirty="0" err="1"/>
              <a:t>Kundli</a:t>
            </a:r>
            <a:r>
              <a:rPr lang="en-IN" dirty="0"/>
              <a:t>, </a:t>
            </a:r>
            <a:r>
              <a:rPr lang="en-IN" dirty="0" err="1"/>
              <a:t>AstroSage</a:t>
            </a:r>
            <a:r>
              <a:rPr lang="en-IN" dirty="0"/>
              <a:t> AI, and </a:t>
            </a:r>
            <a:r>
              <a:rPr lang="en-IN" dirty="0" err="1"/>
              <a:t>AstroSage</a:t>
            </a:r>
            <a:r>
              <a:rPr lang="en-IN" dirty="0"/>
              <a:t> Marriage, combining Vedic astrology with modern technology to offer matchmaking, horoscope analysis, and astrological insights globally.</a:t>
            </a:r>
          </a:p>
          <a:p>
            <a:endParaRPr lang="en-IN" dirty="0"/>
          </a:p>
        </p:txBody>
      </p:sp>
    </p:spTree>
    <p:extLst>
      <p:ext uri="{BB962C8B-B14F-4D97-AF65-F5344CB8AC3E}">
        <p14:creationId xmlns:p14="http://schemas.microsoft.com/office/powerpoint/2010/main" val="2237709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8BA99-9E04-C501-CBC2-635212607B36}"/>
              </a:ext>
            </a:extLst>
          </p:cNvPr>
          <p:cNvSpPr>
            <a:spLocks noGrp="1"/>
          </p:cNvSpPr>
          <p:nvPr>
            <p:ph type="title"/>
          </p:nvPr>
        </p:nvSpPr>
        <p:spPr/>
        <p:txBody>
          <a:bodyPr/>
          <a:lstStyle/>
          <a:p>
            <a:r>
              <a:rPr lang="en" b="1" dirty="0">
                <a:latin typeface="Arial Black" panose="020B0A04020102020204" pitchFamily="34" charset="0"/>
                <a:ea typeface="Segoe UI Black" panose="020B0A02040204020203" pitchFamily="34" charset="0"/>
                <a:cs typeface="Segoe UI Semibold" panose="020B0702040204020203" pitchFamily="34" charset="0"/>
                <a:sym typeface="Arial"/>
              </a:rPr>
              <a:t>Problem Statement</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16F403B4-832A-B144-226A-89906F78239D}"/>
              </a:ext>
            </a:extLst>
          </p:cNvPr>
          <p:cNvSpPr>
            <a:spLocks noGrp="1"/>
          </p:cNvSpPr>
          <p:nvPr>
            <p:ph idx="1"/>
          </p:nvPr>
        </p:nvSpPr>
        <p:spPr>
          <a:xfrm>
            <a:off x="182879" y="2072641"/>
            <a:ext cx="11866881" cy="1778000"/>
          </a:xfrm>
        </p:spPr>
        <p:txBody>
          <a:bodyPr>
            <a:normAutofit/>
          </a:bodyPr>
          <a:lstStyle/>
          <a:p>
            <a:pPr marL="0" indent="0" algn="just">
              <a:buNone/>
            </a:pPr>
            <a:r>
              <a:rPr lang="en-US" sz="1800" dirty="0" err="1">
                <a:latin typeface="Trebuchet MS (Body)"/>
                <a:ea typeface="Lato"/>
                <a:cs typeface="Segoe UI Semibold" panose="020B0702040204020203" pitchFamily="34" charset="0"/>
                <a:sym typeface="Lato"/>
              </a:rPr>
              <a:t>AstroSage</a:t>
            </a:r>
            <a:r>
              <a:rPr lang="en-US" sz="1800" dirty="0">
                <a:latin typeface="Trebuchet MS (Body)"/>
                <a:ea typeface="Lato"/>
                <a:cs typeface="Segoe UI Semibold" panose="020B0702040204020203" pitchFamily="34" charset="0"/>
                <a:sym typeface="Lato"/>
              </a:rPr>
              <a:t> has received a 1 crore investment and aims to optimize its call center operations. The goal is to determine how to allocate this investment to maximize operational efficiency, customer satisfaction, and profitability. The analysis will consider historical call data, performance metrics, and market trends to make informed decisions</a:t>
            </a:r>
            <a:endParaRPr lang="en-IN" sz="1800" dirty="0">
              <a:latin typeface="Trebuchet MS (Body)"/>
            </a:endParaRPr>
          </a:p>
        </p:txBody>
      </p:sp>
      <p:pic>
        <p:nvPicPr>
          <p:cNvPr id="4" name="Picture 3" descr="A white puzzle piece on a black background&#10;&#10;Description automatically generated">
            <a:extLst>
              <a:ext uri="{FF2B5EF4-FFF2-40B4-BE49-F238E27FC236}">
                <a16:creationId xmlns:a16="http://schemas.microsoft.com/office/drawing/2014/main" id="{D577ED9B-E8EA-F353-70DF-546A74965D1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37029" y="3292597"/>
            <a:ext cx="5358580" cy="2934727"/>
          </a:xfrm>
          <a:prstGeom prst="rect">
            <a:avLst/>
          </a:prstGeom>
          <a:noFill/>
        </p:spPr>
      </p:pic>
    </p:spTree>
    <p:extLst>
      <p:ext uri="{BB962C8B-B14F-4D97-AF65-F5344CB8AC3E}">
        <p14:creationId xmlns:p14="http://schemas.microsoft.com/office/powerpoint/2010/main" val="1753481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A9F09-2804-FCB3-97FC-47FBDFFD1834}"/>
              </a:ext>
            </a:extLst>
          </p:cNvPr>
          <p:cNvSpPr>
            <a:spLocks noGrp="1"/>
          </p:cNvSpPr>
          <p:nvPr>
            <p:ph type="title"/>
          </p:nvPr>
        </p:nvSpPr>
        <p:spPr/>
        <p:txBody>
          <a:bodyPr/>
          <a:lstStyle/>
          <a:p>
            <a:r>
              <a:rPr lang="en-US" dirty="0">
                <a:latin typeface="Arial Black" panose="020B0A04020102020204" pitchFamily="34" charset="0"/>
              </a:rPr>
              <a:t>How </a:t>
            </a:r>
            <a:r>
              <a:rPr lang="en-US" dirty="0" err="1">
                <a:latin typeface="Arial Black" panose="020B0A04020102020204" pitchFamily="34" charset="0"/>
              </a:rPr>
              <a:t>AstroSage</a:t>
            </a:r>
            <a:r>
              <a:rPr lang="en-US" dirty="0">
                <a:latin typeface="Arial Black" panose="020B0A04020102020204" pitchFamily="34" charset="0"/>
              </a:rPr>
              <a:t> Work</a:t>
            </a:r>
            <a:endParaRPr lang="en-IN" dirty="0">
              <a:latin typeface="Arial Black" panose="020B0A04020102020204" pitchFamily="34" charset="0"/>
            </a:endParaRPr>
          </a:p>
        </p:txBody>
      </p:sp>
      <p:sp>
        <p:nvSpPr>
          <p:cNvPr id="19" name="Title 1">
            <a:extLst>
              <a:ext uri="{FF2B5EF4-FFF2-40B4-BE49-F238E27FC236}">
                <a16:creationId xmlns:a16="http://schemas.microsoft.com/office/drawing/2014/main" id="{2C2EEC4D-2689-CB3A-B929-A18E757E6AFA}"/>
              </a:ext>
            </a:extLst>
          </p:cNvPr>
          <p:cNvSpPr txBox="1">
            <a:spLocks/>
          </p:cNvSpPr>
          <p:nvPr/>
        </p:nvSpPr>
        <p:spPr>
          <a:xfrm>
            <a:off x="680321" y="753228"/>
            <a:ext cx="9613861" cy="10809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endParaRPr lang="en-US" dirty="0">
              <a:latin typeface="Segoe UI Black" panose="020B0A02040204020203" pitchFamily="34" charset="0"/>
              <a:ea typeface="Segoe UI Black" panose="020B0A02040204020203" pitchFamily="34" charset="0"/>
            </a:endParaRPr>
          </a:p>
        </p:txBody>
      </p:sp>
      <p:grpSp>
        <p:nvGrpSpPr>
          <p:cNvPr id="20" name="Group 19">
            <a:extLst>
              <a:ext uri="{FF2B5EF4-FFF2-40B4-BE49-F238E27FC236}">
                <a16:creationId xmlns:a16="http://schemas.microsoft.com/office/drawing/2014/main" id="{FB7DE187-B288-E1F7-FA9D-CD8CD4D23A7C}"/>
              </a:ext>
            </a:extLst>
          </p:cNvPr>
          <p:cNvGrpSpPr/>
          <p:nvPr/>
        </p:nvGrpSpPr>
        <p:grpSpPr>
          <a:xfrm>
            <a:off x="680321" y="3285203"/>
            <a:ext cx="11128219" cy="2593258"/>
            <a:chOff x="699986" y="3293806"/>
            <a:chExt cx="11128219" cy="2593258"/>
          </a:xfrm>
        </p:grpSpPr>
        <p:sp>
          <p:nvSpPr>
            <p:cNvPr id="21" name="Rectangle: Single Corner Rounded 20">
              <a:extLst>
                <a:ext uri="{FF2B5EF4-FFF2-40B4-BE49-F238E27FC236}">
                  <a16:creationId xmlns:a16="http://schemas.microsoft.com/office/drawing/2014/main" id="{27904F6F-3E89-95E2-9C15-96167B3A5700}"/>
                </a:ext>
              </a:extLst>
            </p:cNvPr>
            <p:cNvSpPr/>
            <p:nvPr/>
          </p:nvSpPr>
          <p:spPr>
            <a:xfrm>
              <a:off x="699986" y="3293806"/>
              <a:ext cx="2062879" cy="2576052"/>
            </a:xfrm>
            <a:prstGeom prst="round1Rect">
              <a:avLst/>
            </a:prstGeom>
            <a:solidFill>
              <a:srgbClr val="F7C481"/>
            </a:solidFill>
            <a:effectLst>
              <a:outerShdw blurRad="50800" dist="38100" dir="2700000" algn="tl" rotWithShape="0">
                <a:prstClr val="black">
                  <a:alpha val="40000"/>
                </a:prstClr>
              </a:outerShd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Single Corner Rounded 21">
              <a:extLst>
                <a:ext uri="{FF2B5EF4-FFF2-40B4-BE49-F238E27FC236}">
                  <a16:creationId xmlns:a16="http://schemas.microsoft.com/office/drawing/2014/main" id="{17F2515D-8F51-6741-A6A4-184B9EBDFF20}"/>
                </a:ext>
              </a:extLst>
            </p:cNvPr>
            <p:cNvSpPr/>
            <p:nvPr/>
          </p:nvSpPr>
          <p:spPr>
            <a:xfrm>
              <a:off x="2966321" y="3293806"/>
              <a:ext cx="2062879" cy="2576052"/>
            </a:xfrm>
            <a:prstGeom prst="round1Rect">
              <a:avLst/>
            </a:prstGeom>
            <a:solidFill>
              <a:srgbClr val="F7C481"/>
            </a:solidFill>
            <a:effectLst>
              <a:outerShdw blurRad="50800" dist="38100" dir="2700000" algn="tl" rotWithShape="0">
                <a:prstClr val="black">
                  <a:alpha val="40000"/>
                </a:prstClr>
              </a:outerShd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Single Corner Rounded 22">
              <a:extLst>
                <a:ext uri="{FF2B5EF4-FFF2-40B4-BE49-F238E27FC236}">
                  <a16:creationId xmlns:a16="http://schemas.microsoft.com/office/drawing/2014/main" id="{154D3AB0-27FE-ABB9-C7EF-3DF68FDB1F15}"/>
                </a:ext>
              </a:extLst>
            </p:cNvPr>
            <p:cNvSpPr/>
            <p:nvPr/>
          </p:nvSpPr>
          <p:spPr>
            <a:xfrm>
              <a:off x="5232656" y="3293806"/>
              <a:ext cx="2062879" cy="2576052"/>
            </a:xfrm>
            <a:prstGeom prst="round1Rect">
              <a:avLst/>
            </a:prstGeom>
            <a:solidFill>
              <a:srgbClr val="F7C481"/>
            </a:solidFill>
            <a:effectLst>
              <a:outerShdw blurRad="50800" dist="38100" dir="2700000" algn="tl" rotWithShape="0">
                <a:prstClr val="black">
                  <a:alpha val="40000"/>
                </a:prstClr>
              </a:outerShd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Single Corner Rounded 23">
              <a:extLst>
                <a:ext uri="{FF2B5EF4-FFF2-40B4-BE49-F238E27FC236}">
                  <a16:creationId xmlns:a16="http://schemas.microsoft.com/office/drawing/2014/main" id="{108C4AF8-6D9C-92DA-C94F-E78DEEF957D6}"/>
                </a:ext>
              </a:extLst>
            </p:cNvPr>
            <p:cNvSpPr/>
            <p:nvPr/>
          </p:nvSpPr>
          <p:spPr>
            <a:xfrm>
              <a:off x="7498991" y="3311012"/>
              <a:ext cx="2062879" cy="2576052"/>
            </a:xfrm>
            <a:prstGeom prst="round1Rect">
              <a:avLst/>
            </a:prstGeom>
            <a:solidFill>
              <a:srgbClr val="F7C481"/>
            </a:solidFill>
            <a:effectLst>
              <a:outerShdw blurRad="50800" dist="38100" dir="2700000" algn="tl" rotWithShape="0">
                <a:prstClr val="black">
                  <a:alpha val="40000"/>
                </a:prstClr>
              </a:outerShd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Single Corner Rounded 24">
              <a:extLst>
                <a:ext uri="{FF2B5EF4-FFF2-40B4-BE49-F238E27FC236}">
                  <a16:creationId xmlns:a16="http://schemas.microsoft.com/office/drawing/2014/main" id="{A0DACC8A-64C0-A4F7-82FA-E930F47145BF}"/>
                </a:ext>
              </a:extLst>
            </p:cNvPr>
            <p:cNvSpPr/>
            <p:nvPr/>
          </p:nvSpPr>
          <p:spPr>
            <a:xfrm>
              <a:off x="9765326" y="3311012"/>
              <a:ext cx="2062879" cy="2576052"/>
            </a:xfrm>
            <a:prstGeom prst="round1Rect">
              <a:avLst/>
            </a:prstGeom>
            <a:solidFill>
              <a:srgbClr val="F7C481"/>
            </a:solidFill>
            <a:effectLst>
              <a:outerShdw blurRad="50800" dist="38100" dir="2700000" algn="tl" rotWithShape="0">
                <a:prstClr val="black">
                  <a:alpha val="40000"/>
                </a:prstClr>
              </a:outerShd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1">
            <a:extLst>
              <a:ext uri="{FF2B5EF4-FFF2-40B4-BE49-F238E27FC236}">
                <a16:creationId xmlns:a16="http://schemas.microsoft.com/office/drawing/2014/main" id="{858E6E15-6260-F172-0464-70D3C6C3BE65}"/>
              </a:ext>
            </a:extLst>
          </p:cNvPr>
          <p:cNvSpPr>
            <a:spLocks noGrp="1" noChangeArrowheads="1"/>
          </p:cNvSpPr>
          <p:nvPr>
            <p:ph idx="1"/>
          </p:nvPr>
        </p:nvSpPr>
        <p:spPr bwMode="auto">
          <a:xfrm>
            <a:off x="746689" y="3580650"/>
            <a:ext cx="1930144" cy="992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sz="1050" b="1" dirty="0">
                <a:solidFill>
                  <a:schemeClr val="bg1"/>
                </a:solidFill>
                <a:latin typeface="Segoe UI Black" panose="020B0A02040204020203" pitchFamily="34" charset="0"/>
                <a:ea typeface="Segoe UI Black" panose="020B0A02040204020203" pitchFamily="34" charset="0"/>
                <a:cs typeface="Segoe UI Semibold" panose="020B0702040204020203" pitchFamily="34" charset="0"/>
              </a:rPr>
              <a:t>User Registration</a:t>
            </a:r>
            <a:r>
              <a:rPr lang="en-US" altLang="en-US" sz="1050" dirty="0">
                <a:solidFill>
                  <a:schemeClr val="bg1"/>
                </a:solidFill>
                <a:latin typeface="Segoe UI Black" panose="020B0A02040204020203" pitchFamily="34" charset="0"/>
                <a:ea typeface="Segoe UI Black" panose="020B0A02040204020203" pitchFamily="34" charset="0"/>
                <a:cs typeface="Segoe UI Semibold" panose="020B0702040204020203"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000" b="1" dirty="0">
                <a:solidFill>
                  <a:schemeClr val="bg1"/>
                </a:solidFill>
                <a:latin typeface="Segoe UI Semibold" panose="020B0702040204020203" pitchFamily="34" charset="0"/>
                <a:cs typeface="Segoe UI Semibold" panose="020B0702040204020203" pitchFamily="34" charset="0"/>
              </a:rPr>
              <a:t>Easy Sign-Up</a:t>
            </a:r>
            <a:r>
              <a:rPr lang="en-US" sz="1000" dirty="0">
                <a:solidFill>
                  <a:schemeClr val="bg1"/>
                </a:solidFill>
                <a:latin typeface="Segoe UI Semibold" panose="020B0702040204020203" pitchFamily="34" charset="0"/>
                <a:cs typeface="Segoe UI Semibold" panose="020B0702040204020203" pitchFamily="34" charset="0"/>
              </a:rPr>
              <a:t>: Provide name, birthdate, and preferred services.</a:t>
            </a:r>
            <a:endParaRPr kumimoji="0" lang="en-US" altLang="en-US" sz="1000" b="0"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endParaRPr>
          </a:p>
        </p:txBody>
      </p:sp>
      <p:sp>
        <p:nvSpPr>
          <p:cNvPr id="27" name="Rectangle 2">
            <a:extLst>
              <a:ext uri="{FF2B5EF4-FFF2-40B4-BE49-F238E27FC236}">
                <a16:creationId xmlns:a16="http://schemas.microsoft.com/office/drawing/2014/main" id="{01A77E14-3CD3-A2FD-5C87-CDC54C5B545C}"/>
              </a:ext>
            </a:extLst>
          </p:cNvPr>
          <p:cNvSpPr txBox="1">
            <a:spLocks noChangeArrowheads="1"/>
          </p:cNvSpPr>
          <p:nvPr/>
        </p:nvSpPr>
        <p:spPr bwMode="auto">
          <a:xfrm>
            <a:off x="3097835" y="3324469"/>
            <a:ext cx="1760520" cy="1269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endParaRPr lang="en-US" altLang="en-US" sz="1800" dirty="0">
              <a:latin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r>
              <a:rPr lang="en-US" altLang="en-US" sz="1050" b="1" dirty="0">
                <a:solidFill>
                  <a:schemeClr val="bg1"/>
                </a:solidFill>
                <a:latin typeface="Segoe UI Black" panose="020B0A02040204020203" pitchFamily="34" charset="0"/>
                <a:ea typeface="Segoe UI Black" panose="020B0A02040204020203" pitchFamily="34" charset="0"/>
              </a:rPr>
              <a:t>Select Desired Service:</a:t>
            </a:r>
          </a:p>
          <a:p>
            <a:pPr marL="0" indent="0" eaLnBrk="0" fontAlgn="base" hangingPunct="0">
              <a:lnSpc>
                <a:spcPct val="100000"/>
              </a:lnSpc>
              <a:spcBef>
                <a:spcPct val="0"/>
              </a:spcBef>
              <a:spcAft>
                <a:spcPct val="0"/>
              </a:spcAft>
              <a:buFont typeface="Arial" panose="020B0604020202020204" pitchFamily="34" charset="0"/>
              <a:buNone/>
            </a:pPr>
            <a:endParaRPr lang="en-US" altLang="en-US" sz="900" b="1" dirty="0">
              <a:solidFill>
                <a:schemeClr val="bg1"/>
              </a:solidFill>
              <a:latin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endParaRPr lang="en-US" altLang="en-US" sz="900" dirty="0">
              <a:solidFill>
                <a:schemeClr val="bg1"/>
              </a:solidFill>
              <a:latin typeface="Segoe UI Semibold" panose="020B0702040204020203" pitchFamily="34" charset="0"/>
              <a:cs typeface="Segoe UI Semibold" panose="020B0702040204020203" pitchFamily="34" charset="0"/>
            </a:endParaRPr>
          </a:p>
          <a:p>
            <a:pPr marL="0" indent="0" eaLnBrk="0" fontAlgn="base" hangingPunct="0">
              <a:lnSpc>
                <a:spcPct val="100000"/>
              </a:lnSpc>
              <a:spcBef>
                <a:spcPct val="0"/>
              </a:spcBef>
              <a:spcAft>
                <a:spcPct val="0"/>
              </a:spcAft>
              <a:buFontTx/>
              <a:buNone/>
            </a:pPr>
            <a:r>
              <a:rPr lang="en-US" sz="1000" b="1" dirty="0">
                <a:solidFill>
                  <a:schemeClr val="bg1"/>
                </a:solidFill>
                <a:latin typeface="Segoe UI Semibold" panose="020B0702040204020203" pitchFamily="34" charset="0"/>
                <a:cs typeface="Segoe UI Semibold" panose="020B0702040204020203" pitchFamily="34" charset="0"/>
              </a:rPr>
              <a:t>Browse &amp; Choose</a:t>
            </a:r>
            <a:r>
              <a:rPr lang="en-US" sz="1000" dirty="0">
                <a:solidFill>
                  <a:schemeClr val="bg1"/>
                </a:solidFill>
                <a:latin typeface="Segoe UI Semibold" panose="020B0702040204020203" pitchFamily="34" charset="0"/>
                <a:cs typeface="Segoe UI Semibold" panose="020B0702040204020203" pitchFamily="34" charset="0"/>
              </a:rPr>
              <a:t>: Based on ratings, reviews, and experience.</a:t>
            </a:r>
            <a:endParaRPr lang="en-US" altLang="en-US" sz="1000" dirty="0">
              <a:solidFill>
                <a:schemeClr val="bg1"/>
              </a:solidFill>
              <a:latin typeface="Segoe UI Semibold" panose="020B0702040204020203" pitchFamily="34" charset="0"/>
              <a:cs typeface="Segoe UI Semibold" panose="020B0702040204020203" pitchFamily="34" charset="0"/>
            </a:endParaRPr>
          </a:p>
        </p:txBody>
      </p:sp>
      <p:sp>
        <p:nvSpPr>
          <p:cNvPr id="28" name="Rectangle 3">
            <a:extLst>
              <a:ext uri="{FF2B5EF4-FFF2-40B4-BE49-F238E27FC236}">
                <a16:creationId xmlns:a16="http://schemas.microsoft.com/office/drawing/2014/main" id="{55D8C87F-8358-E095-9456-BE270C7172D3}"/>
              </a:ext>
            </a:extLst>
          </p:cNvPr>
          <p:cNvSpPr>
            <a:spLocks noChangeArrowheads="1"/>
          </p:cNvSpPr>
          <p:nvPr/>
        </p:nvSpPr>
        <p:spPr bwMode="auto">
          <a:xfrm>
            <a:off x="5338378" y="3370635"/>
            <a:ext cx="1846138"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050" i="0" u="none" strike="noStrike" cap="none" normalizeH="0" baseline="0" dirty="0">
                <a:ln>
                  <a:noFill/>
                </a:ln>
                <a:solidFill>
                  <a:schemeClr val="bg1"/>
                </a:solidFill>
                <a:effectLst/>
                <a:latin typeface="Segoe UI Black" panose="020B0A02040204020203" pitchFamily="34" charset="0"/>
                <a:ea typeface="Segoe UI Black" panose="020B0A02040204020203" pitchFamily="34" charset="0"/>
                <a:cs typeface="Segoe UI Semibold" panose="020B0702040204020203" pitchFamily="34" charset="0"/>
              </a:rPr>
              <a:t>Booking a Consultation: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900"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900" dirty="0">
              <a:solidFill>
                <a:schemeClr val="bg1"/>
              </a:solidFill>
              <a:latin typeface="Segoe UI Semibold" panose="020B0702040204020203" pitchFamily="34" charset="0"/>
              <a:cs typeface="Segoe UI Semibold" panose="020B07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000" b="1" dirty="0">
                <a:solidFill>
                  <a:schemeClr val="bg1"/>
                </a:solidFill>
                <a:latin typeface="Segoe UI Semibold" panose="020B0702040204020203" pitchFamily="34" charset="0"/>
                <a:cs typeface="Segoe UI Semibold" panose="020B0702040204020203" pitchFamily="34" charset="0"/>
              </a:rPr>
              <a:t>Book via Call or Chat</a:t>
            </a:r>
            <a:r>
              <a:rPr lang="en-US" sz="1000" dirty="0">
                <a:solidFill>
                  <a:schemeClr val="bg1"/>
                </a:solidFill>
                <a:latin typeface="Segoe UI Semibold" panose="020B0702040204020203" pitchFamily="34" charset="0"/>
                <a:cs typeface="Segoe UI Semibold" panose="020B0702040204020203" pitchFamily="34" charset="0"/>
              </a:rPr>
              <a:t>: At preferred time.</a:t>
            </a:r>
            <a:endParaRPr kumimoji="0" lang="en-US" altLang="en-US" sz="1000" b="0"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endParaRPr>
          </a:p>
        </p:txBody>
      </p:sp>
      <p:sp>
        <p:nvSpPr>
          <p:cNvPr id="29" name="Rectangle 4">
            <a:extLst>
              <a:ext uri="{FF2B5EF4-FFF2-40B4-BE49-F238E27FC236}">
                <a16:creationId xmlns:a16="http://schemas.microsoft.com/office/drawing/2014/main" id="{E3222004-EE71-6C04-AB92-D4B0D040ACF5}"/>
              </a:ext>
            </a:extLst>
          </p:cNvPr>
          <p:cNvSpPr>
            <a:spLocks noChangeArrowheads="1"/>
          </p:cNvSpPr>
          <p:nvPr/>
        </p:nvSpPr>
        <p:spPr bwMode="auto">
          <a:xfrm>
            <a:off x="7535276" y="3391379"/>
            <a:ext cx="1950975"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050" b="1" i="0" u="none" strike="noStrike" cap="none" normalizeH="0" baseline="0" dirty="0">
                <a:ln>
                  <a:noFill/>
                </a:ln>
                <a:solidFill>
                  <a:schemeClr val="bg1"/>
                </a:solidFill>
                <a:effectLst/>
                <a:latin typeface="Segoe UI Black" panose="020B0A02040204020203" pitchFamily="34" charset="0"/>
                <a:ea typeface="Segoe UI Black" panose="020B0A02040204020203" pitchFamily="34" charset="0"/>
                <a:cs typeface="Segoe UI Semibold" panose="020B0702040204020203" pitchFamily="34" charset="0"/>
              </a:rPr>
              <a:t>Expert Recommendations</a:t>
            </a:r>
            <a:r>
              <a:rPr kumimoji="0" lang="en-US" altLang="en-US" sz="1050" b="0" i="0" u="none" strike="noStrike" cap="none" normalizeH="0" baseline="0" dirty="0">
                <a:ln>
                  <a:noFill/>
                </a:ln>
                <a:solidFill>
                  <a:schemeClr val="bg1"/>
                </a:solidFill>
                <a:effectLst/>
                <a:latin typeface="Segoe UI Black" panose="020B0A02040204020203" pitchFamily="34" charset="0"/>
                <a:ea typeface="Segoe UI Black" panose="020B0A02040204020203" pitchFamily="34" charset="0"/>
                <a:cs typeface="Segoe UI Semibold" panose="020B0702040204020203"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900" b="0"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900" dirty="0">
              <a:solidFill>
                <a:schemeClr val="bg1"/>
              </a:solidFill>
              <a:latin typeface="Segoe UI Semibold" panose="020B0702040204020203" pitchFamily="34" charset="0"/>
              <a:cs typeface="Segoe UI Semibold" panose="020B07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000" b="1" dirty="0">
                <a:solidFill>
                  <a:schemeClr val="bg1"/>
                </a:solidFill>
                <a:latin typeface="Segoe UI Semibold" panose="020B0702040204020203" pitchFamily="34" charset="0"/>
                <a:cs typeface="Segoe UI Semibold" panose="020B0702040204020203" pitchFamily="34" charset="0"/>
              </a:rPr>
              <a:t>Personalized Guidance</a:t>
            </a:r>
            <a:r>
              <a:rPr lang="en-US" sz="1000" dirty="0">
                <a:solidFill>
                  <a:schemeClr val="bg1"/>
                </a:solidFill>
                <a:latin typeface="Segoe UI Semibold" panose="020B0702040204020203" pitchFamily="34" charset="0"/>
                <a:cs typeface="Segoe UI Semibold" panose="020B0702040204020203" pitchFamily="34" charset="0"/>
              </a:rPr>
              <a:t>: Enhance quality of life.</a:t>
            </a:r>
            <a:endParaRPr kumimoji="0" lang="en-US" altLang="en-US" sz="1000" b="0"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endParaRPr>
          </a:p>
        </p:txBody>
      </p:sp>
      <p:sp>
        <p:nvSpPr>
          <p:cNvPr id="30" name="Rectangle 5">
            <a:extLst>
              <a:ext uri="{FF2B5EF4-FFF2-40B4-BE49-F238E27FC236}">
                <a16:creationId xmlns:a16="http://schemas.microsoft.com/office/drawing/2014/main" id="{93D192BF-7B70-C070-7ACA-AFED38CE822C}"/>
              </a:ext>
            </a:extLst>
          </p:cNvPr>
          <p:cNvSpPr>
            <a:spLocks noChangeArrowheads="1"/>
          </p:cNvSpPr>
          <p:nvPr/>
        </p:nvSpPr>
        <p:spPr bwMode="auto">
          <a:xfrm>
            <a:off x="9845569" y="3391379"/>
            <a:ext cx="2110429"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050" i="0" u="none" strike="noStrike" cap="none" normalizeH="0" baseline="0" dirty="0">
                <a:ln>
                  <a:noFill/>
                </a:ln>
                <a:solidFill>
                  <a:schemeClr val="bg1"/>
                </a:solidFill>
                <a:effectLst/>
                <a:latin typeface="Segoe UI Black" panose="020B0A02040204020203" pitchFamily="34" charset="0"/>
                <a:ea typeface="Segoe UI Black" panose="020B0A02040204020203" pitchFamily="34" charset="0"/>
                <a:cs typeface="Segoe UI Semibold" panose="020B0702040204020203" pitchFamily="34" charset="0"/>
              </a:rPr>
              <a:t>User Feedback and </a:t>
            </a:r>
          </a:p>
          <a:p>
            <a:pPr marL="0" marR="0" lvl="0" indent="0" algn="l" defTabSz="914400" rtl="0" eaLnBrk="0" fontAlgn="base" latinLnBrk="0" hangingPunct="0">
              <a:lnSpc>
                <a:spcPct val="100000"/>
              </a:lnSpc>
              <a:spcBef>
                <a:spcPct val="0"/>
              </a:spcBef>
              <a:spcAft>
                <a:spcPct val="0"/>
              </a:spcAft>
              <a:buClrTx/>
              <a:buSzTx/>
              <a:tabLst/>
            </a:pPr>
            <a:r>
              <a:rPr kumimoji="0" lang="en-US" altLang="en-US" sz="1050" i="0" u="none" strike="noStrike" cap="none" normalizeH="0" baseline="0" dirty="0">
                <a:ln>
                  <a:noFill/>
                </a:ln>
                <a:solidFill>
                  <a:schemeClr val="bg1"/>
                </a:solidFill>
                <a:effectLst/>
                <a:latin typeface="Segoe UI Black" panose="020B0A02040204020203" pitchFamily="34" charset="0"/>
                <a:ea typeface="Segoe UI Black" panose="020B0A02040204020203" pitchFamily="34" charset="0"/>
                <a:cs typeface="Segoe UI Semibold" panose="020B0702040204020203" pitchFamily="34" charset="0"/>
              </a:rPr>
              <a:t>Detailed Report: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900"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900" dirty="0">
              <a:solidFill>
                <a:schemeClr val="bg1"/>
              </a:solidFill>
              <a:latin typeface="Segoe UI Semibold" panose="020B0702040204020203" pitchFamily="34" charset="0"/>
              <a:cs typeface="Segoe UI Semibold" panose="020B07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000" b="1" dirty="0">
                <a:solidFill>
                  <a:schemeClr val="bg1"/>
                </a:solidFill>
                <a:latin typeface="Segoe UI Semibold" panose="020B0702040204020203" pitchFamily="34" charset="0"/>
                <a:cs typeface="Segoe UI Semibold" panose="020B0702040204020203" pitchFamily="34" charset="0"/>
              </a:rPr>
              <a:t>Feedback &amp; Report</a:t>
            </a:r>
            <a:r>
              <a:rPr lang="en-US" sz="1000" dirty="0">
                <a:solidFill>
                  <a:schemeClr val="bg1"/>
                </a:solidFill>
                <a:latin typeface="Segoe UI Semibold" panose="020B0702040204020203" pitchFamily="34" charset="0"/>
                <a:cs typeface="Segoe UI Semibold" panose="020B0702040204020203" pitchFamily="34" charset="0"/>
              </a:rPr>
              <a:t>: Schedule follow-ups if needed.</a:t>
            </a:r>
            <a:endParaRPr kumimoji="0" lang="en-US" altLang="en-US" sz="1000" b="0" i="0" u="none" strike="noStrike" cap="none" normalizeH="0" baseline="0" dirty="0">
              <a:ln>
                <a:noFill/>
              </a:ln>
              <a:solidFill>
                <a:schemeClr val="bg1"/>
              </a:solidFill>
              <a:effectLst/>
              <a:latin typeface="Segoe UI Semibold" panose="020B0702040204020203" pitchFamily="34" charset="0"/>
              <a:cs typeface="Segoe UI Semibold" panose="020B0702040204020203" pitchFamily="34" charset="0"/>
            </a:endParaRPr>
          </a:p>
        </p:txBody>
      </p:sp>
      <p:sp>
        <p:nvSpPr>
          <p:cNvPr id="31" name="Arrow: Striped Right 30">
            <a:extLst>
              <a:ext uri="{FF2B5EF4-FFF2-40B4-BE49-F238E27FC236}">
                <a16:creationId xmlns:a16="http://schemas.microsoft.com/office/drawing/2014/main" id="{EB67E6EA-A03C-E993-0D9A-BDE3E1E70C82}"/>
              </a:ext>
            </a:extLst>
          </p:cNvPr>
          <p:cNvSpPr/>
          <p:nvPr/>
        </p:nvSpPr>
        <p:spPr>
          <a:xfrm>
            <a:off x="1071716" y="2410131"/>
            <a:ext cx="1111045" cy="875072"/>
          </a:xfrm>
          <a:prstGeom prst="stripedRightArrow">
            <a:avLst>
              <a:gd name="adj1" fmla="val 56840"/>
              <a:gd name="adj2" fmla="val 59405"/>
            </a:avLst>
          </a:prstGeom>
          <a:solidFill>
            <a:srgbClr val="BB700D"/>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717114CC-1C51-1298-4CDB-A88C6FF5037A}"/>
              </a:ext>
            </a:extLst>
          </p:cNvPr>
          <p:cNvSpPr txBox="1"/>
          <p:nvPr/>
        </p:nvSpPr>
        <p:spPr>
          <a:xfrm>
            <a:off x="1268360" y="2684978"/>
            <a:ext cx="717755" cy="307777"/>
          </a:xfrm>
          <a:prstGeom prst="rect">
            <a:avLst/>
          </a:prstGeom>
          <a:noFill/>
        </p:spPr>
        <p:txBody>
          <a:bodyPr wrap="square" rtlCol="0">
            <a:spAutoFit/>
          </a:bodyPr>
          <a:lstStyle/>
          <a:p>
            <a:r>
              <a:rPr lang="en-US" sz="1400" dirty="0">
                <a:latin typeface="Segoe UI Black" panose="020B0A02040204020203" pitchFamily="34" charset="0"/>
                <a:ea typeface="Segoe UI Black" panose="020B0A02040204020203" pitchFamily="34" charset="0"/>
              </a:rPr>
              <a:t>Step 1</a:t>
            </a:r>
          </a:p>
        </p:txBody>
      </p:sp>
      <p:sp>
        <p:nvSpPr>
          <p:cNvPr id="33" name="Arrow: Striped Right 32">
            <a:extLst>
              <a:ext uri="{FF2B5EF4-FFF2-40B4-BE49-F238E27FC236}">
                <a16:creationId xmlns:a16="http://schemas.microsoft.com/office/drawing/2014/main" id="{C4B7DB33-FBE6-F9C3-0734-62738F365FF7}"/>
              </a:ext>
            </a:extLst>
          </p:cNvPr>
          <p:cNvSpPr/>
          <p:nvPr/>
        </p:nvSpPr>
        <p:spPr>
          <a:xfrm>
            <a:off x="3422572" y="2390498"/>
            <a:ext cx="1111045" cy="875072"/>
          </a:xfrm>
          <a:prstGeom prst="stripedRightArrow">
            <a:avLst>
              <a:gd name="adj1" fmla="val 56840"/>
              <a:gd name="adj2" fmla="val 59405"/>
            </a:avLst>
          </a:prstGeom>
          <a:solidFill>
            <a:srgbClr val="BB700D"/>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Arrow: Striped Right 33">
            <a:extLst>
              <a:ext uri="{FF2B5EF4-FFF2-40B4-BE49-F238E27FC236}">
                <a16:creationId xmlns:a16="http://schemas.microsoft.com/office/drawing/2014/main" id="{F5F432E1-9417-8C99-4C56-C836B79C905E}"/>
              </a:ext>
            </a:extLst>
          </p:cNvPr>
          <p:cNvSpPr/>
          <p:nvPr/>
        </p:nvSpPr>
        <p:spPr>
          <a:xfrm>
            <a:off x="5705925" y="2401330"/>
            <a:ext cx="1111045" cy="875072"/>
          </a:xfrm>
          <a:prstGeom prst="stripedRightArrow">
            <a:avLst>
              <a:gd name="adj1" fmla="val 56840"/>
              <a:gd name="adj2" fmla="val 59405"/>
            </a:avLst>
          </a:prstGeom>
          <a:solidFill>
            <a:srgbClr val="BB700D"/>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Striped Right 34">
            <a:extLst>
              <a:ext uri="{FF2B5EF4-FFF2-40B4-BE49-F238E27FC236}">
                <a16:creationId xmlns:a16="http://schemas.microsoft.com/office/drawing/2014/main" id="{E5AC96C8-0D1C-7CE8-BA94-0AB902C69E03}"/>
              </a:ext>
            </a:extLst>
          </p:cNvPr>
          <p:cNvSpPr/>
          <p:nvPr/>
        </p:nvSpPr>
        <p:spPr>
          <a:xfrm>
            <a:off x="7955242" y="2390498"/>
            <a:ext cx="1111045" cy="875072"/>
          </a:xfrm>
          <a:prstGeom prst="stripedRightArrow">
            <a:avLst>
              <a:gd name="adj1" fmla="val 56840"/>
              <a:gd name="adj2" fmla="val 59405"/>
            </a:avLst>
          </a:prstGeom>
          <a:solidFill>
            <a:srgbClr val="BB700D"/>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Striped Right 35">
            <a:extLst>
              <a:ext uri="{FF2B5EF4-FFF2-40B4-BE49-F238E27FC236}">
                <a16:creationId xmlns:a16="http://schemas.microsoft.com/office/drawing/2014/main" id="{900DED16-854A-74A3-C8A3-1570DE0510FF}"/>
              </a:ext>
            </a:extLst>
          </p:cNvPr>
          <p:cNvSpPr/>
          <p:nvPr/>
        </p:nvSpPr>
        <p:spPr>
          <a:xfrm>
            <a:off x="10221577" y="2390498"/>
            <a:ext cx="1111045" cy="875072"/>
          </a:xfrm>
          <a:prstGeom prst="stripedRightArrow">
            <a:avLst>
              <a:gd name="adj1" fmla="val 56840"/>
              <a:gd name="adj2" fmla="val 59405"/>
            </a:avLst>
          </a:prstGeom>
          <a:solidFill>
            <a:srgbClr val="BB700D"/>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50817093-8ABA-A867-9612-9971CEF11949}"/>
              </a:ext>
            </a:extLst>
          </p:cNvPr>
          <p:cNvSpPr txBox="1"/>
          <p:nvPr/>
        </p:nvSpPr>
        <p:spPr>
          <a:xfrm>
            <a:off x="3615650" y="2699693"/>
            <a:ext cx="773532" cy="307777"/>
          </a:xfrm>
          <a:prstGeom prst="rect">
            <a:avLst/>
          </a:prstGeom>
          <a:noFill/>
        </p:spPr>
        <p:txBody>
          <a:bodyPr wrap="square" rtlCol="0">
            <a:spAutoFit/>
          </a:bodyPr>
          <a:lstStyle/>
          <a:p>
            <a:r>
              <a:rPr lang="en-US" sz="1400" dirty="0">
                <a:latin typeface="Segoe UI Black" panose="020B0A02040204020203" pitchFamily="34" charset="0"/>
                <a:ea typeface="Segoe UI Black" panose="020B0A02040204020203" pitchFamily="34" charset="0"/>
              </a:rPr>
              <a:t>Step 2</a:t>
            </a:r>
          </a:p>
        </p:txBody>
      </p:sp>
      <p:sp>
        <p:nvSpPr>
          <p:cNvPr id="38" name="TextBox 37">
            <a:extLst>
              <a:ext uri="{FF2B5EF4-FFF2-40B4-BE49-F238E27FC236}">
                <a16:creationId xmlns:a16="http://schemas.microsoft.com/office/drawing/2014/main" id="{9AD37959-FD94-E1BB-3D93-33BE57C2AC85}"/>
              </a:ext>
            </a:extLst>
          </p:cNvPr>
          <p:cNvSpPr txBox="1"/>
          <p:nvPr/>
        </p:nvSpPr>
        <p:spPr>
          <a:xfrm>
            <a:off x="5902569" y="2693778"/>
            <a:ext cx="822696" cy="307777"/>
          </a:xfrm>
          <a:prstGeom prst="rect">
            <a:avLst/>
          </a:prstGeom>
          <a:noFill/>
        </p:spPr>
        <p:txBody>
          <a:bodyPr wrap="square" rtlCol="0">
            <a:spAutoFit/>
          </a:bodyPr>
          <a:lstStyle/>
          <a:p>
            <a:r>
              <a:rPr lang="en-US" sz="1400" dirty="0">
                <a:latin typeface="Segoe UI Black" panose="020B0A02040204020203" pitchFamily="34" charset="0"/>
                <a:ea typeface="Segoe UI Black" panose="020B0A02040204020203" pitchFamily="34" charset="0"/>
              </a:rPr>
              <a:t>Step 3</a:t>
            </a:r>
          </a:p>
        </p:txBody>
      </p:sp>
      <p:sp>
        <p:nvSpPr>
          <p:cNvPr id="39" name="TextBox 38">
            <a:extLst>
              <a:ext uri="{FF2B5EF4-FFF2-40B4-BE49-F238E27FC236}">
                <a16:creationId xmlns:a16="http://schemas.microsoft.com/office/drawing/2014/main" id="{CD87B3D0-79AE-4360-F510-9417E1C58AA0}"/>
              </a:ext>
            </a:extLst>
          </p:cNvPr>
          <p:cNvSpPr txBox="1"/>
          <p:nvPr/>
        </p:nvSpPr>
        <p:spPr>
          <a:xfrm>
            <a:off x="8151886" y="2684977"/>
            <a:ext cx="914401" cy="307777"/>
          </a:xfrm>
          <a:prstGeom prst="rect">
            <a:avLst/>
          </a:prstGeom>
          <a:noFill/>
        </p:spPr>
        <p:txBody>
          <a:bodyPr wrap="square" rtlCol="0">
            <a:spAutoFit/>
          </a:bodyPr>
          <a:lstStyle/>
          <a:p>
            <a:r>
              <a:rPr lang="en-US" sz="1400" dirty="0">
                <a:latin typeface="Segoe UI Black" panose="020B0A02040204020203" pitchFamily="34" charset="0"/>
                <a:ea typeface="Segoe UI Black" panose="020B0A02040204020203" pitchFamily="34" charset="0"/>
              </a:rPr>
              <a:t>Step 4</a:t>
            </a:r>
          </a:p>
        </p:txBody>
      </p:sp>
      <p:sp>
        <p:nvSpPr>
          <p:cNvPr id="40" name="TextBox 39">
            <a:extLst>
              <a:ext uri="{FF2B5EF4-FFF2-40B4-BE49-F238E27FC236}">
                <a16:creationId xmlns:a16="http://schemas.microsoft.com/office/drawing/2014/main" id="{79CB9A7C-C085-C6C2-D801-4DE653E8CC5E}"/>
              </a:ext>
            </a:extLst>
          </p:cNvPr>
          <p:cNvSpPr txBox="1"/>
          <p:nvPr/>
        </p:nvSpPr>
        <p:spPr>
          <a:xfrm>
            <a:off x="10369060" y="2674145"/>
            <a:ext cx="816077" cy="307777"/>
          </a:xfrm>
          <a:prstGeom prst="rect">
            <a:avLst/>
          </a:prstGeom>
          <a:noFill/>
        </p:spPr>
        <p:txBody>
          <a:bodyPr wrap="square" rtlCol="0">
            <a:spAutoFit/>
          </a:bodyPr>
          <a:lstStyle/>
          <a:p>
            <a:r>
              <a:rPr lang="en-US" sz="1400" dirty="0">
                <a:latin typeface="Segoe UI Black" panose="020B0A02040204020203" pitchFamily="34" charset="0"/>
                <a:ea typeface="Segoe UI Black" panose="020B0A02040204020203" pitchFamily="34" charset="0"/>
              </a:rPr>
              <a:t>Step 5</a:t>
            </a:r>
          </a:p>
        </p:txBody>
      </p:sp>
    </p:spTree>
    <p:extLst>
      <p:ext uri="{BB962C8B-B14F-4D97-AF65-F5344CB8AC3E}">
        <p14:creationId xmlns:p14="http://schemas.microsoft.com/office/powerpoint/2010/main" val="157746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C7FD6-EA2D-84BD-1276-A8AA141B0781}"/>
              </a:ext>
            </a:extLst>
          </p:cNvPr>
          <p:cNvSpPr>
            <a:spLocks noGrp="1"/>
          </p:cNvSpPr>
          <p:nvPr>
            <p:ph type="title"/>
          </p:nvPr>
        </p:nvSpPr>
        <p:spPr/>
        <p:txBody>
          <a:bodyPr/>
          <a:lstStyle/>
          <a:p>
            <a:r>
              <a:rPr lang="en-US" b="1" dirty="0">
                <a:latin typeface="Arial Black" panose="020B0A04020102020204" pitchFamily="34" charset="0"/>
              </a:rPr>
              <a:t>Data Overview</a:t>
            </a:r>
            <a:endParaRPr lang="en-IN" dirty="0">
              <a:latin typeface="Arial Black" panose="020B0A04020102020204" pitchFamily="34" charset="0"/>
            </a:endParaRPr>
          </a:p>
        </p:txBody>
      </p:sp>
      <p:sp>
        <p:nvSpPr>
          <p:cNvPr id="7" name="TextBox 6">
            <a:extLst>
              <a:ext uri="{FF2B5EF4-FFF2-40B4-BE49-F238E27FC236}">
                <a16:creationId xmlns:a16="http://schemas.microsoft.com/office/drawing/2014/main" id="{505DC97F-A0D8-63F0-8CA4-4DEF104AA5AA}"/>
              </a:ext>
            </a:extLst>
          </p:cNvPr>
          <p:cNvSpPr txBox="1"/>
          <p:nvPr/>
        </p:nvSpPr>
        <p:spPr>
          <a:xfrm>
            <a:off x="680321" y="2359923"/>
            <a:ext cx="3717043" cy="477054"/>
          </a:xfrm>
          <a:prstGeom prst="rect">
            <a:avLst/>
          </a:prstGeom>
          <a:noFill/>
        </p:spPr>
        <p:txBody>
          <a:bodyPr wrap="none" rtlCol="0">
            <a:spAutoFit/>
          </a:bodyPr>
          <a:lstStyle/>
          <a:p>
            <a:pPr marL="342900" indent="-342900">
              <a:buFont typeface="Arial" panose="020B0604020202020204" pitchFamily="34" charset="0"/>
              <a:buChar char="•"/>
            </a:pPr>
            <a:r>
              <a:rPr lang="en-US" sz="2500" dirty="0"/>
              <a:t>Total No. Of Guru’s :-131</a:t>
            </a:r>
            <a:endParaRPr lang="en-IN" sz="2500" dirty="0"/>
          </a:p>
        </p:txBody>
      </p:sp>
      <p:sp>
        <p:nvSpPr>
          <p:cNvPr id="8" name="TextBox 7">
            <a:extLst>
              <a:ext uri="{FF2B5EF4-FFF2-40B4-BE49-F238E27FC236}">
                <a16:creationId xmlns:a16="http://schemas.microsoft.com/office/drawing/2014/main" id="{653240E5-9D44-C137-4D93-E90CED45D97B}"/>
              </a:ext>
            </a:extLst>
          </p:cNvPr>
          <p:cNvSpPr txBox="1"/>
          <p:nvPr/>
        </p:nvSpPr>
        <p:spPr>
          <a:xfrm>
            <a:off x="680321" y="3001424"/>
            <a:ext cx="4818242" cy="477054"/>
          </a:xfrm>
          <a:prstGeom prst="rect">
            <a:avLst/>
          </a:prstGeom>
          <a:noFill/>
        </p:spPr>
        <p:txBody>
          <a:bodyPr wrap="none" rtlCol="0">
            <a:spAutoFit/>
          </a:bodyPr>
          <a:lstStyle/>
          <a:p>
            <a:pPr marL="285750" indent="-285750">
              <a:buFont typeface="Arial" panose="020B0604020202020204" pitchFamily="34" charset="0"/>
              <a:buChar char="•"/>
            </a:pPr>
            <a:r>
              <a:rPr lang="en-US" sz="2500" dirty="0"/>
              <a:t>Total No. of Customers are:- 3629</a:t>
            </a:r>
            <a:endParaRPr lang="en-IN" sz="2500" dirty="0"/>
          </a:p>
        </p:txBody>
      </p:sp>
      <p:sp>
        <p:nvSpPr>
          <p:cNvPr id="9" name="TextBox 8">
            <a:extLst>
              <a:ext uri="{FF2B5EF4-FFF2-40B4-BE49-F238E27FC236}">
                <a16:creationId xmlns:a16="http://schemas.microsoft.com/office/drawing/2014/main" id="{897D9D28-733E-9841-C770-2842B7A966C7}"/>
              </a:ext>
            </a:extLst>
          </p:cNvPr>
          <p:cNvSpPr txBox="1"/>
          <p:nvPr/>
        </p:nvSpPr>
        <p:spPr>
          <a:xfrm>
            <a:off x="728257" y="3597107"/>
            <a:ext cx="3717043" cy="477054"/>
          </a:xfrm>
          <a:prstGeom prst="rect">
            <a:avLst/>
          </a:prstGeom>
          <a:noFill/>
        </p:spPr>
        <p:txBody>
          <a:bodyPr wrap="square" rtlCol="0">
            <a:spAutoFit/>
          </a:bodyPr>
          <a:lstStyle/>
          <a:p>
            <a:pPr marL="285750" indent="-285750">
              <a:buFont typeface="Arial" panose="020B0604020202020204" pitchFamily="34" charset="0"/>
              <a:buChar char="•"/>
            </a:pPr>
            <a:r>
              <a:rPr lang="en-US" sz="2500" dirty="0"/>
              <a:t>Average Rating:- 2.9</a:t>
            </a:r>
            <a:endParaRPr lang="en-IN" sz="2500" dirty="0"/>
          </a:p>
        </p:txBody>
      </p:sp>
      <p:sp>
        <p:nvSpPr>
          <p:cNvPr id="10" name="TextBox 9">
            <a:extLst>
              <a:ext uri="{FF2B5EF4-FFF2-40B4-BE49-F238E27FC236}">
                <a16:creationId xmlns:a16="http://schemas.microsoft.com/office/drawing/2014/main" id="{A4681337-04C1-7BF1-128C-14771FE7B6C4}"/>
              </a:ext>
            </a:extLst>
          </p:cNvPr>
          <p:cNvSpPr txBox="1"/>
          <p:nvPr/>
        </p:nvSpPr>
        <p:spPr>
          <a:xfrm>
            <a:off x="728257" y="4119979"/>
            <a:ext cx="4837286" cy="477054"/>
          </a:xfrm>
          <a:prstGeom prst="rect">
            <a:avLst/>
          </a:prstGeom>
          <a:noFill/>
        </p:spPr>
        <p:txBody>
          <a:bodyPr wrap="none" rtlCol="0">
            <a:spAutoFit/>
          </a:bodyPr>
          <a:lstStyle/>
          <a:p>
            <a:pPr marL="285750" indent="-285750">
              <a:buFont typeface="Arial" panose="020B0604020202020204" pitchFamily="34" charset="0"/>
              <a:buChar char="•"/>
            </a:pPr>
            <a:r>
              <a:rPr lang="en-US" sz="2500" dirty="0"/>
              <a:t>Total No. of Consultation Type : 4 </a:t>
            </a:r>
            <a:endParaRPr lang="en-IN" sz="2500" dirty="0"/>
          </a:p>
        </p:txBody>
      </p:sp>
      <p:sp>
        <p:nvSpPr>
          <p:cNvPr id="11" name="TextBox 10">
            <a:extLst>
              <a:ext uri="{FF2B5EF4-FFF2-40B4-BE49-F238E27FC236}">
                <a16:creationId xmlns:a16="http://schemas.microsoft.com/office/drawing/2014/main" id="{17EA4B2F-2356-A363-6BA8-E1602D01A9DD}"/>
              </a:ext>
            </a:extLst>
          </p:cNvPr>
          <p:cNvSpPr txBox="1"/>
          <p:nvPr/>
        </p:nvSpPr>
        <p:spPr>
          <a:xfrm>
            <a:off x="728257" y="4715662"/>
            <a:ext cx="5958939" cy="477054"/>
          </a:xfrm>
          <a:prstGeom prst="rect">
            <a:avLst/>
          </a:prstGeom>
          <a:noFill/>
        </p:spPr>
        <p:txBody>
          <a:bodyPr wrap="none" rtlCol="0">
            <a:spAutoFit/>
          </a:bodyPr>
          <a:lstStyle/>
          <a:p>
            <a:pPr marL="285750" indent="-285750">
              <a:buFont typeface="Arial" panose="020B0604020202020204" pitchFamily="34" charset="0"/>
              <a:buChar char="•"/>
            </a:pPr>
            <a:r>
              <a:rPr lang="en-US" sz="2500" dirty="0"/>
              <a:t>Repeating Customers in Percentage :- 57%</a:t>
            </a:r>
            <a:endParaRPr lang="en-IN" sz="2500" dirty="0"/>
          </a:p>
        </p:txBody>
      </p:sp>
    </p:spTree>
    <p:extLst>
      <p:ext uri="{BB962C8B-B14F-4D97-AF65-F5344CB8AC3E}">
        <p14:creationId xmlns:p14="http://schemas.microsoft.com/office/powerpoint/2010/main" val="1127735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90733-17E0-ED1B-A00F-6297E78DFBD0}"/>
              </a:ext>
            </a:extLst>
          </p:cNvPr>
          <p:cNvSpPr>
            <a:spLocks noGrp="1"/>
          </p:cNvSpPr>
          <p:nvPr>
            <p:ph type="title"/>
          </p:nvPr>
        </p:nvSpPr>
        <p:spPr/>
        <p:txBody>
          <a:bodyPr/>
          <a:lstStyle/>
          <a:p>
            <a:r>
              <a:rPr lang="en-IN" b="1" dirty="0">
                <a:latin typeface="Segoe UI Black" panose="020B0A02040204020203" pitchFamily="34" charset="0"/>
                <a:ea typeface="Segoe UI Black" panose="020B0A02040204020203" pitchFamily="34" charset="0"/>
              </a:rPr>
              <a:t>Data Cleaning &amp; Preprocessing </a:t>
            </a:r>
            <a:endParaRPr lang="en-IN" dirty="0"/>
          </a:p>
        </p:txBody>
      </p:sp>
      <p:sp>
        <p:nvSpPr>
          <p:cNvPr id="3" name="TextBox 2">
            <a:extLst>
              <a:ext uri="{FF2B5EF4-FFF2-40B4-BE49-F238E27FC236}">
                <a16:creationId xmlns:a16="http://schemas.microsoft.com/office/drawing/2014/main" id="{2C4CFEDC-2DB9-AD7C-35F5-4C70C4D27274}"/>
              </a:ext>
            </a:extLst>
          </p:cNvPr>
          <p:cNvSpPr txBox="1"/>
          <p:nvPr/>
        </p:nvSpPr>
        <p:spPr>
          <a:xfrm>
            <a:off x="904568" y="2290917"/>
            <a:ext cx="6660606" cy="3693319"/>
          </a:xfrm>
          <a:prstGeom prst="rect">
            <a:avLst/>
          </a:prstGeom>
          <a:noFill/>
        </p:spPr>
        <p:txBody>
          <a:bodyPr wrap="none" rtlCol="0">
            <a:spAutoFit/>
          </a:bodyPr>
          <a:lstStyle/>
          <a:p>
            <a:r>
              <a:rPr lang="en-US" b="1" dirty="0">
                <a:latin typeface="Segoe UI Black" panose="020B0A02040204020203" pitchFamily="34" charset="0"/>
                <a:ea typeface="Segoe UI Black" panose="020B0A02040204020203" pitchFamily="34" charset="0"/>
                <a:cs typeface="Segoe UI Semibold" panose="020B0702040204020203" pitchFamily="34" charset="0"/>
              </a:rPr>
              <a:t>Data Cleaning &amp; Optimization</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Formatting</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a:t>
            </a:r>
            <a:r>
              <a:rPr lang="en-US" dirty="0" err="1">
                <a:latin typeface="Segoe UI Semibold" panose="020B0702040204020203" pitchFamily="34" charset="0"/>
                <a:cs typeface="Segoe UI Semibold" panose="020B0702040204020203" pitchFamily="34" charset="0"/>
              </a:rPr>
              <a:t>CreatedAt</a:t>
            </a:r>
            <a:r>
              <a:rPr lang="en-US" dirty="0">
                <a:latin typeface="Segoe UI Semibold" panose="020B0702040204020203" pitchFamily="34" charset="0"/>
                <a:cs typeface="Segoe UI Semibold" panose="020B0702040204020203" pitchFamily="34" charset="0"/>
              </a:rPr>
              <a:t>" to datetime; added month column.</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Optimization</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Removed static data (e.g., "</a:t>
            </a:r>
            <a:r>
              <a:rPr lang="en-US" dirty="0" err="1">
                <a:latin typeface="Segoe UI Semibold" panose="020B0702040204020203" pitchFamily="34" charset="0"/>
                <a:cs typeface="Segoe UI Semibold" panose="020B0702040204020203" pitchFamily="34" charset="0"/>
              </a:rPr>
              <a:t>TimeDuration</a:t>
            </a:r>
            <a:r>
              <a:rPr lang="en-US" dirty="0">
                <a:latin typeface="Segoe UI Semibold" panose="020B0702040204020203" pitchFamily="34" charset="0"/>
                <a:cs typeface="Segoe UI Semibold" panose="020B0702040204020203" pitchFamily="34" charset="0"/>
              </a:rPr>
              <a:t>").</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Consistency</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Cleaned "</a:t>
            </a:r>
            <a:r>
              <a:rPr lang="en-US" dirty="0" err="1">
                <a:latin typeface="Segoe UI Semibold" panose="020B0702040204020203" pitchFamily="34" charset="0"/>
                <a:cs typeface="Segoe UI Semibold" panose="020B0702040204020203" pitchFamily="34" charset="0"/>
              </a:rPr>
              <a:t>chatStartTime</a:t>
            </a:r>
            <a:r>
              <a:rPr lang="en-US" dirty="0">
                <a:latin typeface="Segoe UI Semibold" panose="020B0702040204020203" pitchFamily="34" charset="0"/>
                <a:cs typeface="Segoe UI Semibold" panose="020B0702040204020203" pitchFamily="34" charset="0"/>
              </a:rPr>
              <a:t>" and "</a:t>
            </a:r>
            <a:r>
              <a:rPr lang="en-US" dirty="0" err="1">
                <a:latin typeface="Segoe UI Semibold" panose="020B0702040204020203" pitchFamily="34" charset="0"/>
                <a:cs typeface="Segoe UI Semibold" panose="020B0702040204020203" pitchFamily="34" charset="0"/>
              </a:rPr>
              <a:t>chatEndTime</a:t>
            </a:r>
            <a:r>
              <a:rPr lang="en-US" dirty="0">
                <a:latin typeface="Segoe UI Semibold" panose="020B0702040204020203" pitchFamily="34" charset="0"/>
                <a:cs typeface="Segoe UI Semibold" panose="020B0702040204020203" pitchFamily="34" charset="0"/>
              </a:rPr>
              <a:t>".</a:t>
            </a:r>
          </a:p>
          <a:p>
            <a:endParaRPr lang="en-US" dirty="0">
              <a:latin typeface="Segoe UI Semibold" panose="020B0702040204020203" pitchFamily="34" charset="0"/>
              <a:cs typeface="Segoe UI Semibold" panose="020B0702040204020203" pitchFamily="34" charset="0"/>
            </a:endParaRPr>
          </a:p>
          <a:p>
            <a:r>
              <a:rPr lang="en-US" b="1" dirty="0">
                <a:latin typeface="Segoe UI Black" panose="020B0A02040204020203" pitchFamily="34" charset="0"/>
                <a:ea typeface="Segoe UI Black" panose="020B0A02040204020203" pitchFamily="34" charset="0"/>
                <a:cs typeface="Segoe UI Semibold" panose="020B0702040204020203" pitchFamily="34" charset="0"/>
              </a:rPr>
              <a:t>Analysis &amp; Insights</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Data Use</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Time series and performance insights.</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Actionable Insights</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Key points for growth.</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Dashboard</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Pivot tables, lookups, and charts.</a:t>
            </a:r>
          </a:p>
          <a:p>
            <a:endParaRPr lang="en-US" dirty="0">
              <a:latin typeface="Segoe UI Semibold" panose="020B0702040204020203" pitchFamily="34" charset="0"/>
              <a:cs typeface="Segoe UI Semibold" panose="020B0702040204020203" pitchFamily="34" charset="0"/>
            </a:endParaRPr>
          </a:p>
          <a:p>
            <a:r>
              <a:rPr lang="en-US" b="1" dirty="0">
                <a:latin typeface="Segoe UI Black" panose="020B0A02040204020203" pitchFamily="34" charset="0"/>
                <a:ea typeface="Segoe UI Black" panose="020B0A02040204020203" pitchFamily="34" charset="0"/>
                <a:cs typeface="Segoe UI Semibold" panose="020B0702040204020203" pitchFamily="34" charset="0"/>
              </a:rPr>
              <a:t>Investment Analysis</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Rs 1 Crore</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Allocated for growth.</a:t>
            </a:r>
          </a:p>
          <a:p>
            <a:endParaRPr lang="en-IN" dirty="0"/>
          </a:p>
        </p:txBody>
      </p:sp>
    </p:spTree>
    <p:extLst>
      <p:ext uri="{BB962C8B-B14F-4D97-AF65-F5344CB8AC3E}">
        <p14:creationId xmlns:p14="http://schemas.microsoft.com/office/powerpoint/2010/main" val="1936721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1000">
              <a:schemeClr val="bg2">
                <a:tint val="96000"/>
                <a:shade val="100000"/>
                <a:hueMod val="270000"/>
                <a:satMod val="200000"/>
                <a:lumMod val="128000"/>
              </a:schemeClr>
            </a:gs>
            <a:gs pos="100000">
              <a:schemeClr val="bg2">
                <a:shade val="100000"/>
                <a:hueMod val="100000"/>
                <a:satMod val="110000"/>
                <a:lumMod val="130000"/>
              </a:schemeClr>
            </a:gs>
          </a:gsLst>
          <a:lin ang="2520000" scaled="0"/>
        </a:gradFill>
        <a:effectLst/>
      </p:bgPr>
    </p:bg>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71F59493-AC12-5C3A-8B8E-0F1B2291D6CB}"/>
              </a:ext>
            </a:extLst>
          </p:cNvPr>
          <p:cNvSpPr txBox="1">
            <a:spLocks noChangeArrowheads="1"/>
          </p:cNvSpPr>
          <p:nvPr/>
        </p:nvSpPr>
        <p:spPr bwMode="auto">
          <a:xfrm>
            <a:off x="680321" y="832032"/>
            <a:ext cx="514115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eaLnBrk="0" fontAlgn="base" hangingPunct="0">
              <a:lnSpc>
                <a:spcPct val="100000"/>
              </a:lnSpc>
              <a:spcAft>
                <a:spcPct val="0"/>
              </a:spcAft>
            </a:pPr>
            <a:r>
              <a:rPr lang="en-US" altLang="en-US" b="1" dirty="0">
                <a:latin typeface="Segoe UI Black" panose="020B0A02040204020203" pitchFamily="34" charset="0"/>
                <a:ea typeface="Segoe UI Black" panose="020B0A02040204020203" pitchFamily="34" charset="0"/>
              </a:rPr>
              <a:t>Revenue Break Down</a:t>
            </a:r>
            <a:r>
              <a:rPr lang="en-US" altLang="en-US" dirty="0">
                <a:latin typeface="Segoe UI Black" panose="020B0A02040204020203" pitchFamily="34" charset="0"/>
                <a:ea typeface="Segoe UI Black" panose="020B0A02040204020203" pitchFamily="34" charset="0"/>
              </a:rPr>
              <a:t> </a:t>
            </a:r>
          </a:p>
          <a:p>
            <a:pPr eaLnBrk="0" fontAlgn="base" hangingPunct="0">
              <a:lnSpc>
                <a:spcPct val="100000"/>
              </a:lnSpc>
              <a:spcAft>
                <a:spcPct val="0"/>
              </a:spcAft>
            </a:pPr>
            <a:endParaRPr lang="en-US" altLang="en-US" sz="1800" dirty="0">
              <a:latin typeface="Arial" panose="020B0604020202020204" pitchFamily="34" charset="0"/>
            </a:endParaRPr>
          </a:p>
        </p:txBody>
      </p:sp>
      <p:sp>
        <p:nvSpPr>
          <p:cNvPr id="4" name="TextBox 3">
            <a:extLst>
              <a:ext uri="{FF2B5EF4-FFF2-40B4-BE49-F238E27FC236}">
                <a16:creationId xmlns:a16="http://schemas.microsoft.com/office/drawing/2014/main" id="{97870F79-77E5-E4A1-4AC2-4B4F7BA5956C}"/>
              </a:ext>
            </a:extLst>
          </p:cNvPr>
          <p:cNvSpPr txBox="1"/>
          <p:nvPr/>
        </p:nvSpPr>
        <p:spPr>
          <a:xfrm>
            <a:off x="680321" y="2071039"/>
            <a:ext cx="5425624" cy="3139321"/>
          </a:xfrm>
          <a:prstGeom prst="rect">
            <a:avLst/>
          </a:prstGeom>
          <a:noFill/>
        </p:spPr>
        <p:txBody>
          <a:bodyPr wrap="square" rtlCol="0">
            <a:spAutoFit/>
          </a:bodyPr>
          <a:lstStyle/>
          <a:p>
            <a:r>
              <a:rPr lang="en-US" b="1" dirty="0">
                <a:latin typeface="Segoe UI Black" panose="020B0A02040204020203" pitchFamily="34" charset="0"/>
                <a:ea typeface="Segoe UI Black" panose="020B0A02040204020203" pitchFamily="34" charset="0"/>
                <a:cs typeface="Segoe UI Semibold" panose="020B0702040204020203" pitchFamily="34" charset="0"/>
              </a:rPr>
              <a:t>Activity vs. Revenue</a:t>
            </a:r>
          </a:p>
          <a:p>
            <a:pPr>
              <a:buFont typeface="Arial" panose="020B0604020202020204" pitchFamily="34" charset="0"/>
              <a:buChar char="•"/>
            </a:pPr>
            <a:r>
              <a:rPr lang="en-US" sz="1600" b="1" dirty="0">
                <a:latin typeface="Segoe UI Black" panose="020B0A02040204020203" pitchFamily="34" charset="0"/>
                <a:ea typeface="Segoe UI Black" panose="020B0A02040204020203" pitchFamily="34" charset="0"/>
                <a:cs typeface="Segoe UI Semibold" panose="020B0702040204020203" pitchFamily="34" charset="0"/>
              </a:rPr>
              <a:t>Volume</a:t>
            </a:r>
            <a:r>
              <a:rPr lang="en-US" sz="16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600" dirty="0">
                <a:latin typeface="Segoe UI Semibold" panose="020B0702040204020203" pitchFamily="34" charset="0"/>
                <a:cs typeface="Segoe UI Semibold" panose="020B0702040204020203" pitchFamily="34" charset="0"/>
              </a:rPr>
              <a:t>19,514 chats &amp; 8,508 calls.</a:t>
            </a:r>
          </a:p>
          <a:p>
            <a:pPr>
              <a:buFont typeface="Arial" panose="020B0604020202020204" pitchFamily="34" charset="0"/>
              <a:buChar char="•"/>
            </a:pPr>
            <a:r>
              <a:rPr lang="en-US" sz="1600" b="1" dirty="0">
                <a:latin typeface="Segoe UI Black" panose="020B0A02040204020203" pitchFamily="34" charset="0"/>
                <a:ea typeface="Segoe UI Black" panose="020B0A02040204020203" pitchFamily="34" charset="0"/>
                <a:cs typeface="Segoe UI Semibold" panose="020B0702040204020203" pitchFamily="34" charset="0"/>
              </a:rPr>
              <a:t>Revenue</a:t>
            </a:r>
            <a:r>
              <a:rPr lang="en-US" sz="16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600" dirty="0">
                <a:latin typeface="Segoe UI Semibold" panose="020B0702040204020203" pitchFamily="34" charset="0"/>
                <a:cs typeface="Segoe UI Semibold" panose="020B0702040204020203" pitchFamily="34" charset="0"/>
              </a:rPr>
              <a:t>₹45,495 (chats) vs. ₹168,442 (calls).</a:t>
            </a:r>
          </a:p>
          <a:p>
            <a:pPr>
              <a:buFont typeface="Arial" panose="020B0604020202020204" pitchFamily="34" charset="0"/>
              <a:buChar char="•"/>
            </a:pPr>
            <a:endParaRPr lang="en-US" sz="1600" dirty="0">
              <a:latin typeface="Segoe UI Semibold" panose="020B0702040204020203" pitchFamily="34" charset="0"/>
              <a:cs typeface="Segoe UI Semibold" panose="020B0702040204020203" pitchFamily="34" charset="0"/>
            </a:endParaRPr>
          </a:p>
          <a:p>
            <a:r>
              <a:rPr lang="en-US" b="1" dirty="0">
                <a:latin typeface="Segoe UI Black" panose="020B0A02040204020203" pitchFamily="34" charset="0"/>
                <a:ea typeface="Segoe UI Black" panose="020B0A02040204020203" pitchFamily="34" charset="0"/>
                <a:cs typeface="Segoe UI Semibold" panose="020B0702040204020203" pitchFamily="34" charset="0"/>
              </a:rPr>
              <a:t>Resource Utilization</a:t>
            </a:r>
          </a:p>
          <a:p>
            <a:pPr>
              <a:buFont typeface="Arial" panose="020B0604020202020204" pitchFamily="34" charset="0"/>
              <a:buChar char="•"/>
            </a:pPr>
            <a:r>
              <a:rPr lang="en-US" sz="1600" b="1" dirty="0">
                <a:latin typeface="Segoe UI Black" panose="020B0A02040204020203" pitchFamily="34" charset="0"/>
                <a:ea typeface="Segoe UI Black" panose="020B0A02040204020203" pitchFamily="34" charset="0"/>
                <a:cs typeface="Segoe UI Semibold" panose="020B0702040204020203" pitchFamily="34" charset="0"/>
              </a:rPr>
              <a:t>Free Chats</a:t>
            </a:r>
            <a:r>
              <a:rPr lang="en-US" sz="16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600" dirty="0">
                <a:latin typeface="Segoe UI Semibold" panose="020B0702040204020203" pitchFamily="34" charset="0"/>
                <a:cs typeface="Segoe UI Semibold" panose="020B0702040204020203" pitchFamily="34" charset="0"/>
              </a:rPr>
              <a:t>Strain resources.</a:t>
            </a:r>
          </a:p>
          <a:p>
            <a:pPr>
              <a:buFont typeface="Arial" panose="020B0604020202020204" pitchFamily="34" charset="0"/>
              <a:buChar char="•"/>
            </a:pPr>
            <a:r>
              <a:rPr lang="en-US" sz="1600" b="1" dirty="0">
                <a:latin typeface="Segoe UI Black" panose="020B0A02040204020203" pitchFamily="34" charset="0"/>
                <a:ea typeface="Segoe UI Black" panose="020B0A02040204020203" pitchFamily="34" charset="0"/>
                <a:cs typeface="Segoe UI Semibold" panose="020B0702040204020203" pitchFamily="34" charset="0"/>
              </a:rPr>
              <a:t>AI Chatbot</a:t>
            </a:r>
            <a:r>
              <a:rPr lang="en-US" sz="16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600" dirty="0">
                <a:latin typeface="Segoe UI Semibold" panose="020B0702040204020203" pitchFamily="34" charset="0"/>
                <a:cs typeface="Segoe UI Semibold" panose="020B0702040204020203" pitchFamily="34" charset="0"/>
              </a:rPr>
              <a:t>Optimize &amp; attract customers.</a:t>
            </a:r>
          </a:p>
          <a:p>
            <a:endParaRPr lang="en-US" sz="1600" dirty="0">
              <a:latin typeface="Segoe UI Semibold" panose="020B0702040204020203" pitchFamily="34" charset="0"/>
              <a:cs typeface="Segoe UI Semibold" panose="020B0702040204020203" pitchFamily="34" charset="0"/>
            </a:endParaRPr>
          </a:p>
          <a:p>
            <a:r>
              <a:rPr lang="en-US" b="1" dirty="0">
                <a:latin typeface="Segoe UI Black" panose="020B0A02040204020203" pitchFamily="34" charset="0"/>
                <a:ea typeface="Segoe UI Black" panose="020B0A02040204020203" pitchFamily="34" charset="0"/>
                <a:cs typeface="Segoe UI Semibold" panose="020B0702040204020203" pitchFamily="34" charset="0"/>
              </a:rPr>
              <a:t>Recommendations</a:t>
            </a:r>
          </a:p>
          <a:p>
            <a:pPr>
              <a:buFont typeface="Arial" panose="020B0604020202020204" pitchFamily="34" charset="0"/>
              <a:buChar char="•"/>
            </a:pPr>
            <a:r>
              <a:rPr lang="en-US" sz="1600" b="1" dirty="0">
                <a:latin typeface="Segoe UI Black" panose="020B0A02040204020203" pitchFamily="34" charset="0"/>
                <a:ea typeface="Segoe UI Black" panose="020B0A02040204020203" pitchFamily="34" charset="0"/>
                <a:cs typeface="Segoe UI Semibold" panose="020B0702040204020203" pitchFamily="34" charset="0"/>
              </a:rPr>
              <a:t>Enhance Chat</a:t>
            </a:r>
            <a:r>
              <a:rPr lang="en-US" sz="16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600" dirty="0">
                <a:latin typeface="Segoe UI Semibold" panose="020B0702040204020203" pitchFamily="34" charset="0"/>
                <a:cs typeface="Segoe UI Semibold" panose="020B0702040204020203" pitchFamily="34" charset="0"/>
              </a:rPr>
              <a:t>Add horoscopes, follow-ups, and document sharing.</a:t>
            </a:r>
          </a:p>
          <a:p>
            <a:endParaRPr lang="en-US" sz="1600" dirty="0">
              <a:latin typeface="Segoe UI Semibold" panose="020B0702040204020203" pitchFamily="34" charset="0"/>
              <a:cs typeface="Segoe UI Semibold" panose="020B0702040204020203" pitchFamily="34" charset="0"/>
            </a:endParaRPr>
          </a:p>
        </p:txBody>
      </p:sp>
      <p:graphicFrame>
        <p:nvGraphicFramePr>
          <p:cNvPr id="2" name="Chart 1">
            <a:extLst>
              <a:ext uri="{FF2B5EF4-FFF2-40B4-BE49-F238E27FC236}">
                <a16:creationId xmlns:a16="http://schemas.microsoft.com/office/drawing/2014/main" id="{5B9CE627-9F84-4CBD-A5B7-5A210CB1AF67}"/>
              </a:ext>
            </a:extLst>
          </p:cNvPr>
          <p:cNvGraphicFramePr>
            <a:graphicFrameLocks/>
          </p:cNvGraphicFramePr>
          <p:nvPr>
            <p:extLst>
              <p:ext uri="{D42A27DB-BD31-4B8C-83A1-F6EECF244321}">
                <p14:modId xmlns:p14="http://schemas.microsoft.com/office/powerpoint/2010/main" val="636611274"/>
              </p:ext>
            </p:extLst>
          </p:nvPr>
        </p:nvGraphicFramePr>
        <p:xfrm>
          <a:off x="6217920" y="2174994"/>
          <a:ext cx="5720080" cy="420548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94842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100000">
              <a:schemeClr val="bg2">
                <a:shade val="100000"/>
                <a:hueMod val="100000"/>
                <a:satMod val="110000"/>
                <a:lumMod val="130000"/>
              </a:schemeClr>
            </a:gs>
          </a:gsLst>
          <a:lin ang="2520000" scaled="0"/>
        </a:gradFill>
        <a:effectLst/>
      </p:bgPr>
    </p:bg>
    <p:spTree>
      <p:nvGrpSpPr>
        <p:cNvPr id="1" name="">
          <a:extLst>
            <a:ext uri="{FF2B5EF4-FFF2-40B4-BE49-F238E27FC236}">
              <a16:creationId xmlns:a16="http://schemas.microsoft.com/office/drawing/2014/main" id="{21658242-E263-E4EB-043E-C1626DF03712}"/>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25D83213-C10A-8E14-79C3-C363F06EC449}"/>
              </a:ext>
            </a:extLst>
          </p:cNvPr>
          <p:cNvSpPr txBox="1">
            <a:spLocks noChangeArrowheads="1"/>
          </p:cNvSpPr>
          <p:nvPr/>
        </p:nvSpPr>
        <p:spPr bwMode="auto">
          <a:xfrm>
            <a:off x="680321" y="970531"/>
            <a:ext cx="896271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eaLnBrk="0" fontAlgn="base" hangingPunct="0">
              <a:lnSpc>
                <a:spcPct val="100000"/>
              </a:lnSpc>
              <a:spcAft>
                <a:spcPct val="0"/>
              </a:spcAft>
            </a:pPr>
            <a:r>
              <a:rPr lang="en-US" altLang="en-US" b="1" dirty="0">
                <a:latin typeface="Segoe UI Black" panose="020B0A02040204020203" pitchFamily="34" charset="0"/>
                <a:ea typeface="Segoe UI Black" panose="020B0A02040204020203" pitchFamily="34" charset="0"/>
              </a:rPr>
              <a:t>Peak Call Hours &amp; Agent Optimization</a:t>
            </a:r>
            <a:r>
              <a:rPr lang="en-US" altLang="en-US" dirty="0">
                <a:latin typeface="Segoe UI Black" panose="020B0A02040204020203" pitchFamily="34" charset="0"/>
                <a:ea typeface="Segoe UI Black" panose="020B0A02040204020203" pitchFamily="34" charset="0"/>
              </a:rPr>
              <a:t> </a:t>
            </a:r>
            <a:endParaRPr lang="en-US" altLang="en-US" sz="1800" dirty="0">
              <a:latin typeface="Arial" panose="020B0604020202020204" pitchFamily="34" charset="0"/>
            </a:endParaRPr>
          </a:p>
        </p:txBody>
      </p:sp>
      <p:sp>
        <p:nvSpPr>
          <p:cNvPr id="4" name="TextBox 3">
            <a:extLst>
              <a:ext uri="{FF2B5EF4-FFF2-40B4-BE49-F238E27FC236}">
                <a16:creationId xmlns:a16="http://schemas.microsoft.com/office/drawing/2014/main" id="{E2651EA8-4085-CB19-5009-8DD0BA10BE3B}"/>
              </a:ext>
            </a:extLst>
          </p:cNvPr>
          <p:cNvSpPr txBox="1"/>
          <p:nvPr/>
        </p:nvSpPr>
        <p:spPr>
          <a:xfrm>
            <a:off x="680321" y="2071039"/>
            <a:ext cx="4745119" cy="2893100"/>
          </a:xfrm>
          <a:prstGeom prst="rect">
            <a:avLst/>
          </a:prstGeom>
          <a:noFill/>
        </p:spPr>
        <p:txBody>
          <a:bodyPr wrap="square" rtlCol="0">
            <a:spAutoFit/>
          </a:bodyPr>
          <a:lstStyle/>
          <a:p>
            <a:r>
              <a:rPr lang="en-US" sz="1600" b="1" dirty="0">
                <a:latin typeface="Segoe UI Black" panose="020B0A02040204020203" pitchFamily="34" charset="0"/>
                <a:ea typeface="Segoe UI Black" panose="020B0A02040204020203" pitchFamily="34" charset="0"/>
                <a:cs typeface="Segoe UI Semibold" panose="020B0702040204020203" pitchFamily="34" charset="0"/>
              </a:rPr>
              <a:t>Call Volume Distribution</a:t>
            </a:r>
          </a:p>
          <a:p>
            <a:pPr>
              <a:buFont typeface="Arial" panose="020B0604020202020204" pitchFamily="34" charset="0"/>
              <a:buChar char="•"/>
            </a:pPr>
            <a:r>
              <a:rPr lang="en-US" sz="1600" b="1" dirty="0">
                <a:latin typeface="Segoe UI Black" panose="020B0A02040204020203" pitchFamily="34" charset="0"/>
                <a:ea typeface="Segoe UI Black" panose="020B0A02040204020203" pitchFamily="34" charset="0"/>
                <a:cs typeface="Segoe UI Semibold" panose="020B0702040204020203" pitchFamily="34" charset="0"/>
              </a:rPr>
              <a:t>Peak Hours</a:t>
            </a:r>
            <a:r>
              <a:rPr lang="en-US" sz="16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600" dirty="0">
                <a:latin typeface="Segoe UI Semibold" panose="020B0702040204020203" pitchFamily="34" charset="0"/>
                <a:cs typeface="Segoe UI Semibold" panose="020B0702040204020203" pitchFamily="34" charset="0"/>
              </a:rPr>
              <a:t>5 AM - 5 PM (79.92% of volume).</a:t>
            </a:r>
          </a:p>
          <a:p>
            <a:pPr>
              <a:buFont typeface="Arial" panose="020B0604020202020204" pitchFamily="34" charset="0"/>
              <a:buChar char="•"/>
            </a:pPr>
            <a:endParaRPr lang="en-US" sz="1600" dirty="0">
              <a:latin typeface="Segoe UI Semibold" panose="020B0702040204020203" pitchFamily="34" charset="0"/>
              <a:cs typeface="Segoe UI Semibold" panose="020B0702040204020203" pitchFamily="34" charset="0"/>
            </a:endParaRPr>
          </a:p>
          <a:p>
            <a:r>
              <a:rPr lang="en-US" sz="1600" b="1" dirty="0">
                <a:latin typeface="Segoe UI Black" panose="020B0A02040204020203" pitchFamily="34" charset="0"/>
                <a:ea typeface="Segoe UI Black" panose="020B0A02040204020203" pitchFamily="34" charset="0"/>
                <a:cs typeface="Segoe UI Semibold" panose="020B0702040204020203" pitchFamily="34" charset="0"/>
              </a:rPr>
              <a:t>Agent Shift Optimization</a:t>
            </a:r>
          </a:p>
          <a:p>
            <a:pPr>
              <a:buFont typeface="Arial" panose="020B0604020202020204" pitchFamily="34" charset="0"/>
              <a:buChar char="•"/>
            </a:pPr>
            <a:r>
              <a:rPr lang="en-US" sz="1600" b="1" dirty="0">
                <a:latin typeface="Segoe UI Black" panose="020B0A02040204020203" pitchFamily="34" charset="0"/>
                <a:ea typeface="Segoe UI Black" panose="020B0A02040204020203" pitchFamily="34" charset="0"/>
                <a:cs typeface="Segoe UI Semibold" panose="020B0702040204020203" pitchFamily="34" charset="0"/>
              </a:rPr>
              <a:t>Optimize Shifts</a:t>
            </a:r>
            <a:r>
              <a:rPr lang="en-US" sz="16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600" dirty="0">
                <a:latin typeface="Segoe UI Semibold" panose="020B0702040204020203" pitchFamily="34" charset="0"/>
                <a:cs typeface="Segoe UI Semibold" panose="020B0702040204020203" pitchFamily="34" charset="0"/>
              </a:rPr>
              <a:t>Assign experienced agents during peaks.</a:t>
            </a:r>
          </a:p>
          <a:p>
            <a:endParaRPr lang="en-US" sz="1600" dirty="0">
              <a:latin typeface="Segoe UI Semibold" panose="020B0702040204020203" pitchFamily="34" charset="0"/>
              <a:cs typeface="Segoe UI Semibold" panose="020B0702040204020203" pitchFamily="34" charset="0"/>
            </a:endParaRPr>
          </a:p>
          <a:p>
            <a:r>
              <a:rPr lang="en-US" sz="1600" b="1" dirty="0">
                <a:latin typeface="Segoe UI Black" panose="020B0A02040204020203" pitchFamily="34" charset="0"/>
                <a:ea typeface="Segoe UI Black" panose="020B0A02040204020203" pitchFamily="34" charset="0"/>
                <a:cs typeface="Segoe UI Semibold" panose="020B0702040204020203" pitchFamily="34" charset="0"/>
              </a:rPr>
              <a:t>Flexible Working Pattern</a:t>
            </a:r>
          </a:p>
          <a:p>
            <a:pPr>
              <a:buFont typeface="Arial" panose="020B0604020202020204" pitchFamily="34" charset="0"/>
              <a:buChar char="•"/>
            </a:pPr>
            <a:r>
              <a:rPr lang="en-US" sz="1600" b="1" dirty="0">
                <a:latin typeface="Segoe UI Black" panose="020B0A02040204020203" pitchFamily="34" charset="0"/>
                <a:ea typeface="Segoe UI Black" panose="020B0A02040204020203" pitchFamily="34" charset="0"/>
                <a:cs typeface="Segoe UI Semibold" panose="020B0702040204020203" pitchFamily="34" charset="0"/>
              </a:rPr>
              <a:t>Implement Flexibility</a:t>
            </a:r>
            <a:r>
              <a:rPr lang="en-US" sz="16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600" dirty="0">
                <a:latin typeface="Segoe UI Semibold" panose="020B0702040204020203" pitchFamily="34" charset="0"/>
                <a:cs typeface="Segoe UI Semibold" panose="020B0702040204020203" pitchFamily="34" charset="0"/>
              </a:rPr>
              <a:t>Improve allocation, prevent burnout.</a:t>
            </a:r>
          </a:p>
          <a:p>
            <a:endParaRPr lang="en-US" sz="1600" dirty="0">
              <a:latin typeface="Segoe UI Semibold" panose="020B0702040204020203" pitchFamily="34" charset="0"/>
              <a:cs typeface="Segoe UI Semibold" panose="020B0702040204020203" pitchFamily="34" charset="0"/>
            </a:endParaRPr>
          </a:p>
        </p:txBody>
      </p:sp>
      <p:graphicFrame>
        <p:nvGraphicFramePr>
          <p:cNvPr id="5" name="Chart 4">
            <a:extLst>
              <a:ext uri="{FF2B5EF4-FFF2-40B4-BE49-F238E27FC236}">
                <a16:creationId xmlns:a16="http://schemas.microsoft.com/office/drawing/2014/main" id="{3AE05B6A-4C93-6F80-AF81-C17215BC960A}"/>
              </a:ext>
            </a:extLst>
          </p:cNvPr>
          <p:cNvGraphicFramePr>
            <a:graphicFrameLocks/>
          </p:cNvGraphicFramePr>
          <p:nvPr>
            <p:extLst>
              <p:ext uri="{D42A27DB-BD31-4B8C-83A1-F6EECF244321}">
                <p14:modId xmlns:p14="http://schemas.microsoft.com/office/powerpoint/2010/main" val="4044395213"/>
              </p:ext>
            </p:extLst>
          </p:nvPr>
        </p:nvGraphicFramePr>
        <p:xfrm>
          <a:off x="5537200" y="2071039"/>
          <a:ext cx="6532879" cy="423832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77930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100000">
              <a:schemeClr val="bg2">
                <a:shade val="100000"/>
                <a:hueMod val="100000"/>
                <a:satMod val="110000"/>
                <a:lumMod val="130000"/>
              </a:schemeClr>
            </a:gs>
          </a:gsLst>
          <a:lin ang="2520000" scaled="0"/>
        </a:gradFill>
        <a:effectLst/>
      </p:bgPr>
    </p:bg>
    <p:spTree>
      <p:nvGrpSpPr>
        <p:cNvPr id="1" name="">
          <a:extLst>
            <a:ext uri="{FF2B5EF4-FFF2-40B4-BE49-F238E27FC236}">
              <a16:creationId xmlns:a16="http://schemas.microsoft.com/office/drawing/2014/main" id="{51F653C8-039E-6CF0-CC86-60D5240D334A}"/>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35244C2F-4843-7CF8-D6A3-70C49BF6D187}"/>
              </a:ext>
            </a:extLst>
          </p:cNvPr>
          <p:cNvSpPr txBox="1">
            <a:spLocks noChangeArrowheads="1"/>
          </p:cNvSpPr>
          <p:nvPr/>
        </p:nvSpPr>
        <p:spPr bwMode="auto">
          <a:xfrm>
            <a:off x="680321" y="939753"/>
            <a:ext cx="571092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eaLnBrk="0" fontAlgn="base" hangingPunct="0">
              <a:lnSpc>
                <a:spcPct val="100000"/>
              </a:lnSpc>
              <a:spcAft>
                <a:spcPct val="0"/>
              </a:spcAft>
            </a:pPr>
            <a:r>
              <a:rPr lang="en-US" sz="4000" dirty="0">
                <a:latin typeface="Arial Black" panose="020B0A04020102020204" pitchFamily="34" charset="0"/>
                <a:ea typeface="Segoe UI Black" panose="020B0A02040204020203" pitchFamily="34" charset="0"/>
              </a:rPr>
              <a:t>Top 10 Rated Gurus</a:t>
            </a:r>
            <a:endParaRPr lang="en-US" altLang="en-US" sz="4000" dirty="0">
              <a:latin typeface="Arial Black" panose="020B0A04020102020204" pitchFamily="34" charset="0"/>
            </a:endParaRPr>
          </a:p>
        </p:txBody>
      </p:sp>
      <p:sp>
        <p:nvSpPr>
          <p:cNvPr id="4" name="TextBox 3">
            <a:extLst>
              <a:ext uri="{FF2B5EF4-FFF2-40B4-BE49-F238E27FC236}">
                <a16:creationId xmlns:a16="http://schemas.microsoft.com/office/drawing/2014/main" id="{5786E6C9-283B-E0E0-48A1-46D56A2B162A}"/>
              </a:ext>
            </a:extLst>
          </p:cNvPr>
          <p:cNvSpPr txBox="1"/>
          <p:nvPr/>
        </p:nvSpPr>
        <p:spPr>
          <a:xfrm>
            <a:off x="680321" y="2071039"/>
            <a:ext cx="5425624" cy="3385542"/>
          </a:xfrm>
          <a:prstGeom prst="rect">
            <a:avLst/>
          </a:prstGeom>
          <a:noFill/>
        </p:spPr>
        <p:txBody>
          <a:bodyPr wrap="square" rtlCol="0">
            <a:spAutoFit/>
          </a:bodyPr>
          <a:lstStyle/>
          <a:p>
            <a:r>
              <a:rPr lang="en-US" b="1" dirty="0">
                <a:latin typeface="Segoe UI Black" panose="020B0A02040204020203" pitchFamily="34" charset="0"/>
                <a:ea typeface="Segoe UI Black" panose="020B0A02040204020203" pitchFamily="34" charset="0"/>
                <a:cs typeface="Segoe UI Semibold" panose="020B0702040204020203" pitchFamily="34" charset="0"/>
              </a:rPr>
              <a:t>Guru Ratings</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Highest (7.5)</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Tarot Mystical &amp; Astro </a:t>
            </a:r>
            <a:r>
              <a:rPr lang="en-US" dirty="0" err="1">
                <a:latin typeface="Segoe UI Semibold" panose="020B0702040204020203" pitchFamily="34" charset="0"/>
                <a:cs typeface="Segoe UI Semibold" panose="020B0702040204020203" pitchFamily="34" charset="0"/>
              </a:rPr>
              <a:t>Pujaa</a:t>
            </a:r>
            <a:r>
              <a:rPr lang="en-US" dirty="0">
                <a:latin typeface="Segoe UI Semibold" panose="020B0702040204020203" pitchFamily="34" charset="0"/>
                <a:cs typeface="Segoe UI Semibold" panose="020B0702040204020203" pitchFamily="34" charset="0"/>
              </a:rPr>
              <a:t> Rai</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Lowest (0)</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Tarot Rittika</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Reviews</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82,249</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Avg. Rating</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2.9</a:t>
            </a:r>
          </a:p>
          <a:p>
            <a:endParaRPr lang="en-US" dirty="0">
              <a:latin typeface="Segoe UI Semibold" panose="020B0702040204020203" pitchFamily="34" charset="0"/>
              <a:cs typeface="Segoe UI Semibold" panose="020B0702040204020203" pitchFamily="34" charset="0"/>
            </a:endParaRPr>
          </a:p>
          <a:p>
            <a:r>
              <a:rPr lang="en-US" b="1" dirty="0">
                <a:latin typeface="Segoe UI Black" panose="020B0A02040204020203" pitchFamily="34" charset="0"/>
                <a:ea typeface="Segoe UI Black" panose="020B0A02040204020203" pitchFamily="34" charset="0"/>
                <a:cs typeface="Segoe UI Semibold" panose="020B0702040204020203" pitchFamily="34" charset="0"/>
              </a:rPr>
              <a:t>Recommendations</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Train</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Improve communication &amp; expertise</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Feedback</a:t>
            </a:r>
            <a:r>
              <a:rPr lang="en-US" dirty="0">
                <a:latin typeface="Segoe UI Semibold" panose="020B0702040204020203" pitchFamily="34" charset="0"/>
                <a:cs typeface="Segoe UI Semibold" panose="020B0702040204020203" pitchFamily="34" charset="0"/>
              </a:rPr>
              <a:t>: Collect customer input</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Incentives</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Reward top ratings</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Quality</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Ensure consistency</a:t>
            </a:r>
          </a:p>
          <a:p>
            <a:endParaRPr lang="en-US" sz="1600" dirty="0">
              <a:latin typeface="Segoe UI Semibold" panose="020B0702040204020203" pitchFamily="34" charset="0"/>
              <a:cs typeface="Segoe UI Semibold" panose="020B0702040204020203" pitchFamily="34" charset="0"/>
            </a:endParaRPr>
          </a:p>
        </p:txBody>
      </p:sp>
      <p:graphicFrame>
        <p:nvGraphicFramePr>
          <p:cNvPr id="5" name="Chart 4">
            <a:extLst>
              <a:ext uri="{FF2B5EF4-FFF2-40B4-BE49-F238E27FC236}">
                <a16:creationId xmlns:a16="http://schemas.microsoft.com/office/drawing/2014/main" id="{0EB9CE42-E48D-9F8C-F400-3BD769845A7F}"/>
              </a:ext>
            </a:extLst>
          </p:cNvPr>
          <p:cNvGraphicFramePr>
            <a:graphicFrameLocks/>
          </p:cNvGraphicFramePr>
          <p:nvPr>
            <p:extLst>
              <p:ext uri="{D42A27DB-BD31-4B8C-83A1-F6EECF244321}">
                <p14:modId xmlns:p14="http://schemas.microsoft.com/office/powerpoint/2010/main" val="4058443322"/>
              </p:ext>
            </p:extLst>
          </p:nvPr>
        </p:nvGraphicFramePr>
        <p:xfrm>
          <a:off x="5740400" y="2071039"/>
          <a:ext cx="6149073" cy="410984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89041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100000">
              <a:schemeClr val="bg2">
                <a:shade val="100000"/>
                <a:hueMod val="100000"/>
                <a:satMod val="110000"/>
                <a:lumMod val="130000"/>
              </a:schemeClr>
            </a:gs>
          </a:gsLst>
          <a:lin ang="2520000" scaled="0"/>
        </a:gradFill>
        <a:effectLst/>
      </p:bgPr>
    </p:bg>
    <p:spTree>
      <p:nvGrpSpPr>
        <p:cNvPr id="1" name="">
          <a:extLst>
            <a:ext uri="{FF2B5EF4-FFF2-40B4-BE49-F238E27FC236}">
              <a16:creationId xmlns:a16="http://schemas.microsoft.com/office/drawing/2014/main" id="{DF41B191-43A6-7C0A-8907-36A0C24C196D}"/>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8214FDDE-56CF-A158-6E32-E11C3A344D2E}"/>
              </a:ext>
            </a:extLst>
          </p:cNvPr>
          <p:cNvSpPr txBox="1">
            <a:spLocks noChangeArrowheads="1"/>
          </p:cNvSpPr>
          <p:nvPr/>
        </p:nvSpPr>
        <p:spPr bwMode="auto">
          <a:xfrm>
            <a:off x="680321" y="939753"/>
            <a:ext cx="905408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eaLnBrk="0" fontAlgn="base" hangingPunct="0">
              <a:lnSpc>
                <a:spcPct val="100000"/>
              </a:lnSpc>
              <a:spcAft>
                <a:spcPct val="0"/>
              </a:spcAft>
            </a:pPr>
            <a:r>
              <a:rPr lang="en-US" altLang="en-US" sz="4000" b="1" dirty="0">
                <a:latin typeface="Segoe UI Black" panose="020B0A02040204020203" pitchFamily="34" charset="0"/>
                <a:ea typeface="Segoe UI Black" panose="020B0A02040204020203" pitchFamily="34" charset="0"/>
              </a:rPr>
              <a:t>Analysis of Ratings vs. Guru Count</a:t>
            </a:r>
            <a:r>
              <a:rPr lang="en-US" altLang="en-US" sz="4000" dirty="0">
                <a:latin typeface="Segoe UI Black" panose="020B0A02040204020203" pitchFamily="34" charset="0"/>
                <a:ea typeface="Segoe UI Black" panose="020B0A02040204020203" pitchFamily="34" charset="0"/>
              </a:rPr>
              <a:t> </a:t>
            </a:r>
            <a:endParaRPr lang="en-US" altLang="en-US" sz="4000" dirty="0">
              <a:latin typeface="Arial Black" panose="020B0A04020102020204" pitchFamily="34" charset="0"/>
            </a:endParaRPr>
          </a:p>
        </p:txBody>
      </p:sp>
      <p:sp>
        <p:nvSpPr>
          <p:cNvPr id="4" name="TextBox 3">
            <a:extLst>
              <a:ext uri="{FF2B5EF4-FFF2-40B4-BE49-F238E27FC236}">
                <a16:creationId xmlns:a16="http://schemas.microsoft.com/office/drawing/2014/main" id="{03C77DE3-6121-7B57-7175-F00147ABD0A7}"/>
              </a:ext>
            </a:extLst>
          </p:cNvPr>
          <p:cNvSpPr txBox="1"/>
          <p:nvPr/>
        </p:nvSpPr>
        <p:spPr>
          <a:xfrm>
            <a:off x="680321" y="2071039"/>
            <a:ext cx="5425624" cy="2862322"/>
          </a:xfrm>
          <a:prstGeom prst="rect">
            <a:avLst/>
          </a:prstGeom>
          <a:noFill/>
        </p:spPr>
        <p:txBody>
          <a:bodyPr wrap="square" rtlCol="0">
            <a:spAutoFit/>
          </a:bodyPr>
          <a:lstStyle/>
          <a:p>
            <a:r>
              <a:rPr lang="en-US" b="1" dirty="0">
                <a:latin typeface="Segoe UI Black" panose="020B0A02040204020203" pitchFamily="34" charset="0"/>
                <a:ea typeface="Segoe UI Black" panose="020B0A02040204020203" pitchFamily="34" charset="0"/>
                <a:cs typeface="Segoe UI Semibold" panose="020B0702040204020203" pitchFamily="34" charset="0"/>
              </a:rPr>
              <a:t>Key Insights</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Most Ratings</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2-4, peak at 3 (4,407 gurus).</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Room for Improvement</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Few gurus in higher brackets.</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Top Ratings</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Small number at the top.</a:t>
            </a:r>
          </a:p>
          <a:p>
            <a:endParaRPr lang="en-US" dirty="0">
              <a:latin typeface="Segoe UI Semibold" panose="020B0702040204020203" pitchFamily="34" charset="0"/>
              <a:cs typeface="Segoe UI Semibold" panose="020B0702040204020203" pitchFamily="34" charset="0"/>
            </a:endParaRPr>
          </a:p>
          <a:p>
            <a:r>
              <a:rPr lang="en-US" b="1" dirty="0">
                <a:latin typeface="Segoe UI Black" panose="020B0A02040204020203" pitchFamily="34" charset="0"/>
                <a:ea typeface="Segoe UI Black" panose="020B0A02040204020203" pitchFamily="34" charset="0"/>
                <a:cs typeface="Segoe UI Semibold" panose="020B0702040204020203" pitchFamily="34" charset="0"/>
              </a:rPr>
              <a:t>Recommendations</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Training</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Focus on ratings 2-4.</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Incentives</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Introduce performance-based rewards.</a:t>
            </a:r>
          </a:p>
        </p:txBody>
      </p:sp>
      <p:graphicFrame>
        <p:nvGraphicFramePr>
          <p:cNvPr id="2" name="Chart 1">
            <a:extLst>
              <a:ext uri="{FF2B5EF4-FFF2-40B4-BE49-F238E27FC236}">
                <a16:creationId xmlns:a16="http://schemas.microsoft.com/office/drawing/2014/main" id="{CEA8D9F9-B3AC-41C6-8E3D-00E0A9A16A21}"/>
              </a:ext>
            </a:extLst>
          </p:cNvPr>
          <p:cNvGraphicFramePr>
            <a:graphicFrameLocks/>
          </p:cNvGraphicFramePr>
          <p:nvPr>
            <p:extLst>
              <p:ext uri="{D42A27DB-BD31-4B8C-83A1-F6EECF244321}">
                <p14:modId xmlns:p14="http://schemas.microsoft.com/office/powerpoint/2010/main" val="2748250062"/>
              </p:ext>
            </p:extLst>
          </p:nvPr>
        </p:nvGraphicFramePr>
        <p:xfrm>
          <a:off x="6469626" y="2370586"/>
          <a:ext cx="5142270" cy="375491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906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100000">
              <a:schemeClr val="bg2">
                <a:shade val="100000"/>
                <a:hueMod val="100000"/>
                <a:satMod val="110000"/>
                <a:lumMod val="130000"/>
              </a:schemeClr>
            </a:gs>
          </a:gsLst>
          <a:lin ang="2520000" scaled="0"/>
        </a:gradFill>
        <a:effectLst/>
      </p:bgPr>
    </p:bg>
    <p:spTree>
      <p:nvGrpSpPr>
        <p:cNvPr id="1" name="">
          <a:extLst>
            <a:ext uri="{FF2B5EF4-FFF2-40B4-BE49-F238E27FC236}">
              <a16:creationId xmlns:a16="http://schemas.microsoft.com/office/drawing/2014/main" id="{282F015C-8DC9-A6C7-733E-C670F29C62E8}"/>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C7A4AE7F-5688-D526-4DB6-1FAA663DB1F9}"/>
              </a:ext>
            </a:extLst>
          </p:cNvPr>
          <p:cNvSpPr txBox="1">
            <a:spLocks noChangeArrowheads="1"/>
          </p:cNvSpPr>
          <p:nvPr/>
        </p:nvSpPr>
        <p:spPr bwMode="auto">
          <a:xfrm>
            <a:off x="680321" y="939753"/>
            <a:ext cx="462979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eaLnBrk="0" fontAlgn="base" hangingPunct="0">
              <a:lnSpc>
                <a:spcPct val="100000"/>
              </a:lnSpc>
              <a:spcAft>
                <a:spcPct val="0"/>
              </a:spcAft>
            </a:pPr>
            <a:r>
              <a:rPr lang="en-US" sz="4000" dirty="0">
                <a:latin typeface="Segoe UI Black" panose="020B0A02040204020203" pitchFamily="34" charset="0"/>
                <a:ea typeface="Segoe UI Black" panose="020B0A02040204020203" pitchFamily="34" charset="0"/>
              </a:rPr>
              <a:t>Daily Call Volume</a:t>
            </a:r>
            <a:endParaRPr lang="en-US" altLang="en-US" sz="4000" dirty="0">
              <a:latin typeface="Arial Black" panose="020B0A04020102020204" pitchFamily="34" charset="0"/>
            </a:endParaRPr>
          </a:p>
        </p:txBody>
      </p:sp>
      <p:sp>
        <p:nvSpPr>
          <p:cNvPr id="4" name="TextBox 3">
            <a:extLst>
              <a:ext uri="{FF2B5EF4-FFF2-40B4-BE49-F238E27FC236}">
                <a16:creationId xmlns:a16="http://schemas.microsoft.com/office/drawing/2014/main" id="{953A4EA6-B8FB-C9B8-D14D-EF22CF93821E}"/>
              </a:ext>
            </a:extLst>
          </p:cNvPr>
          <p:cNvSpPr txBox="1"/>
          <p:nvPr/>
        </p:nvSpPr>
        <p:spPr>
          <a:xfrm>
            <a:off x="680321" y="2071039"/>
            <a:ext cx="5425624" cy="2862322"/>
          </a:xfrm>
          <a:prstGeom prst="rect">
            <a:avLst/>
          </a:prstGeom>
          <a:noFill/>
        </p:spPr>
        <p:txBody>
          <a:bodyPr wrap="square" rtlCol="0">
            <a:spAutoFit/>
          </a:bodyPr>
          <a:lstStyle/>
          <a:p>
            <a:r>
              <a:rPr lang="en-US" b="1" dirty="0">
                <a:latin typeface="Segoe UI Black" panose="020B0A02040204020203" pitchFamily="34" charset="0"/>
                <a:ea typeface="Segoe UI Black" panose="020B0A02040204020203" pitchFamily="34" charset="0"/>
                <a:cs typeface="Segoe UI Semibold" panose="020B0702040204020203" pitchFamily="34" charset="0"/>
              </a:rPr>
              <a:t>Call Volume</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Highest (Sunday)</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4,592</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Lowest (Thursday)</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3,341</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Total</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28,027</a:t>
            </a:r>
          </a:p>
          <a:p>
            <a:endParaRPr lang="en-US" dirty="0">
              <a:latin typeface="Segoe UI Semibold" panose="020B0702040204020203" pitchFamily="34" charset="0"/>
              <a:cs typeface="Segoe UI Semibold" panose="020B0702040204020203" pitchFamily="34" charset="0"/>
            </a:endParaRPr>
          </a:p>
          <a:p>
            <a:r>
              <a:rPr lang="en-US" b="1" dirty="0">
                <a:latin typeface="Segoe UI Black" panose="020B0A02040204020203" pitchFamily="34" charset="0"/>
                <a:ea typeface="Segoe UI Black" panose="020B0A02040204020203" pitchFamily="34" charset="0"/>
                <a:cs typeface="Segoe UI Semibold" panose="020B0702040204020203" pitchFamily="34" charset="0"/>
              </a:rPr>
              <a:t>Recommendation</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Promote</a:t>
            </a:r>
            <a:r>
              <a:rPr lang="en-US" dirty="0">
                <a:latin typeface="Segoe UI Semibold" panose="020B0702040204020203" pitchFamily="34" charset="0"/>
                <a:cs typeface="Segoe UI Semibold" panose="020B0702040204020203" pitchFamily="34" charset="0"/>
              </a:rPr>
              <a:t>: Time-limited discounts</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Optimize</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Agent scheduling</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Incentivize</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Reward bookings</a:t>
            </a:r>
          </a:p>
          <a:p>
            <a:pPr>
              <a:buFont typeface="Arial" panose="020B0604020202020204" pitchFamily="34" charset="0"/>
              <a:buChar char="•"/>
            </a:pPr>
            <a:r>
              <a:rPr lang="en-US" b="1" dirty="0">
                <a:latin typeface="Segoe UI Black" panose="020B0A02040204020203" pitchFamily="34" charset="0"/>
                <a:ea typeface="Segoe UI Black" panose="020B0A02040204020203" pitchFamily="34" charset="0"/>
                <a:cs typeface="Segoe UI Semibold" panose="020B0702040204020203" pitchFamily="34" charset="0"/>
              </a:rPr>
              <a:t>Enhance</a:t>
            </a:r>
            <a:r>
              <a:rPr 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dirty="0">
                <a:latin typeface="Segoe UI Semibold" panose="020B0702040204020203" pitchFamily="34" charset="0"/>
                <a:cs typeface="Segoe UI Semibold" panose="020B0702040204020203" pitchFamily="34" charset="0"/>
              </a:rPr>
              <a:t>Boost marketing</a:t>
            </a:r>
          </a:p>
        </p:txBody>
      </p:sp>
      <p:graphicFrame>
        <p:nvGraphicFramePr>
          <p:cNvPr id="5" name="Chart 4">
            <a:extLst>
              <a:ext uri="{FF2B5EF4-FFF2-40B4-BE49-F238E27FC236}">
                <a16:creationId xmlns:a16="http://schemas.microsoft.com/office/drawing/2014/main" id="{A3567745-248D-4467-9439-FCDD627B372E}"/>
              </a:ext>
            </a:extLst>
          </p:cNvPr>
          <p:cNvGraphicFramePr>
            <a:graphicFrameLocks/>
          </p:cNvGraphicFramePr>
          <p:nvPr>
            <p:extLst>
              <p:ext uri="{D42A27DB-BD31-4B8C-83A1-F6EECF244321}">
                <p14:modId xmlns:p14="http://schemas.microsoft.com/office/powerpoint/2010/main" val="1887778007"/>
              </p:ext>
            </p:extLst>
          </p:nvPr>
        </p:nvGraphicFramePr>
        <p:xfrm>
          <a:off x="6582825" y="2339958"/>
          <a:ext cx="5176555" cy="357828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57497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100000">
              <a:schemeClr val="bg2">
                <a:shade val="100000"/>
                <a:hueMod val="100000"/>
                <a:satMod val="110000"/>
                <a:lumMod val="130000"/>
              </a:schemeClr>
            </a:gs>
          </a:gsLst>
          <a:lin ang="2520000" scaled="0"/>
        </a:gradFill>
        <a:effectLst/>
      </p:bgPr>
    </p:bg>
    <p:spTree>
      <p:nvGrpSpPr>
        <p:cNvPr id="1" name="">
          <a:extLst>
            <a:ext uri="{FF2B5EF4-FFF2-40B4-BE49-F238E27FC236}">
              <a16:creationId xmlns:a16="http://schemas.microsoft.com/office/drawing/2014/main" id="{2111DA10-AE9E-A53B-0B0A-001F1DCBE9B7}"/>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2167B750-6C08-BFF4-9C1B-F060C2D1DCC7}"/>
              </a:ext>
            </a:extLst>
          </p:cNvPr>
          <p:cNvSpPr txBox="1">
            <a:spLocks noChangeArrowheads="1"/>
          </p:cNvSpPr>
          <p:nvPr/>
        </p:nvSpPr>
        <p:spPr bwMode="auto">
          <a:xfrm>
            <a:off x="680321" y="939753"/>
            <a:ext cx="545053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eaLnBrk="0" fontAlgn="base" hangingPunct="0">
              <a:lnSpc>
                <a:spcPct val="100000"/>
              </a:lnSpc>
              <a:spcAft>
                <a:spcPct val="0"/>
              </a:spcAft>
            </a:pPr>
            <a:r>
              <a:rPr lang="en-US" sz="4000" dirty="0">
                <a:latin typeface="Segoe UI Black" panose="020B0A02040204020203" pitchFamily="34" charset="0"/>
                <a:ea typeface="Segoe UI Black" panose="020B0A02040204020203" pitchFamily="34" charset="0"/>
              </a:rPr>
              <a:t>Website Distribution</a:t>
            </a:r>
            <a:endParaRPr lang="en-US" altLang="en-US" sz="4000" dirty="0">
              <a:latin typeface="Arial Black" panose="020B0A04020102020204" pitchFamily="34" charset="0"/>
            </a:endParaRPr>
          </a:p>
        </p:txBody>
      </p:sp>
      <p:sp>
        <p:nvSpPr>
          <p:cNvPr id="4" name="TextBox 3">
            <a:extLst>
              <a:ext uri="{FF2B5EF4-FFF2-40B4-BE49-F238E27FC236}">
                <a16:creationId xmlns:a16="http://schemas.microsoft.com/office/drawing/2014/main" id="{E96A8EA9-D43E-5405-41CB-4D92C956AD27}"/>
              </a:ext>
            </a:extLst>
          </p:cNvPr>
          <p:cNvSpPr txBox="1"/>
          <p:nvPr/>
        </p:nvSpPr>
        <p:spPr>
          <a:xfrm>
            <a:off x="680321" y="2071039"/>
            <a:ext cx="5425624" cy="4247317"/>
          </a:xfrm>
          <a:prstGeom prst="rect">
            <a:avLst/>
          </a:prstGeom>
          <a:noFill/>
        </p:spPr>
        <p:txBody>
          <a:bodyPr wrap="square" rtlCol="0">
            <a:spAutoFit/>
          </a:bodyPr>
          <a:lstStyle/>
          <a:p>
            <a:pPr lvl="0" defTabSz="914400" eaLnBrk="0" fontAlgn="base" hangingPunct="0">
              <a:spcBef>
                <a:spcPct val="0"/>
              </a:spcBef>
              <a:spcAft>
                <a:spcPct val="0"/>
              </a:spcAft>
            </a:pPr>
            <a:r>
              <a:rPr lang="en-US" altLang="en-US" b="1" dirty="0">
                <a:latin typeface="Segoe UI Black" panose="020B0A02040204020203" pitchFamily="34" charset="0"/>
                <a:ea typeface="Segoe UI Black" panose="020B0A02040204020203" pitchFamily="34" charset="0"/>
                <a:cs typeface="Segoe UI Semibold" panose="020B0702040204020203" pitchFamily="34" charset="0"/>
              </a:rPr>
              <a:t>Usage Breakdown:</a:t>
            </a:r>
            <a:endParaRPr lang="en-US" altLang="en-US" dirty="0">
              <a:latin typeface="Segoe UI Black" panose="020B0A02040204020203" pitchFamily="34" charset="0"/>
              <a:ea typeface="Segoe UI Black" panose="020B0A02040204020203" pitchFamily="34" charset="0"/>
              <a:cs typeface="Segoe UI Semibold" panose="020B0702040204020203" pitchFamily="34" charset="0"/>
            </a:endParaRPr>
          </a:p>
          <a:p>
            <a:pPr lvl="0" defTabSz="914400" eaLnBrk="0" fontAlgn="base" hangingPunct="0">
              <a:spcBef>
                <a:spcPct val="0"/>
              </a:spcBef>
              <a:spcAft>
                <a:spcPct val="0"/>
              </a:spcAft>
              <a:buFontTx/>
              <a:buChar char="•"/>
            </a:pPr>
            <a:r>
              <a:rPr lang="en-US" altLang="en-US" dirty="0">
                <a:latin typeface="Segoe UI Semibold" panose="020B0702040204020203" pitchFamily="34" charset="0"/>
                <a:cs typeface="Segoe UI Semibold" panose="020B0702040204020203" pitchFamily="34" charset="0"/>
              </a:rPr>
              <a:t>72% use </a:t>
            </a:r>
            <a:r>
              <a:rPr lang="en-US" altLang="en-US" dirty="0" err="1">
                <a:latin typeface="Segoe UI Semibold" panose="020B0702040204020203" pitchFamily="34" charset="0"/>
                <a:cs typeface="Segoe UI Semibold" panose="020B0702040204020203" pitchFamily="34" charset="0"/>
              </a:rPr>
              <a:t>Gurucool</a:t>
            </a:r>
            <a:r>
              <a:rPr lang="en-US" altLang="en-US" dirty="0">
                <a:latin typeface="Segoe UI Semibold" panose="020B0702040204020203" pitchFamily="34" charset="0"/>
                <a:cs typeface="Segoe UI Semibold" panose="020B0702040204020203" pitchFamily="34" charset="0"/>
              </a:rPr>
              <a:t> </a:t>
            </a:r>
          </a:p>
          <a:p>
            <a:pPr lvl="0" defTabSz="914400" eaLnBrk="0" fontAlgn="base" hangingPunct="0">
              <a:spcBef>
                <a:spcPct val="0"/>
              </a:spcBef>
              <a:spcAft>
                <a:spcPct val="0"/>
              </a:spcAft>
              <a:buFontTx/>
              <a:buChar char="•"/>
            </a:pPr>
            <a:r>
              <a:rPr lang="en-US" altLang="en-US" dirty="0">
                <a:latin typeface="Segoe UI Semibold" panose="020B0702040204020203" pitchFamily="34" charset="0"/>
                <a:cs typeface="Segoe UI Semibold" panose="020B0702040204020203" pitchFamily="34" charset="0"/>
              </a:rPr>
              <a:t>28% use App </a:t>
            </a:r>
          </a:p>
          <a:p>
            <a:pPr lvl="0" defTabSz="914400" eaLnBrk="0" fontAlgn="base" hangingPunct="0">
              <a:spcBef>
                <a:spcPct val="0"/>
              </a:spcBef>
              <a:spcAft>
                <a:spcPct val="0"/>
              </a:spcAft>
              <a:buFontTx/>
              <a:buChar char="•"/>
            </a:pPr>
            <a:r>
              <a:rPr lang="en-US" altLang="en-US" dirty="0">
                <a:latin typeface="Segoe UI Semibold" panose="020B0702040204020203" pitchFamily="34" charset="0"/>
                <a:cs typeface="Segoe UI Semibold" panose="020B0702040204020203" pitchFamily="34" charset="0"/>
              </a:rPr>
              <a:t>0% use Dashboard </a:t>
            </a:r>
          </a:p>
          <a:p>
            <a:pPr lvl="0" defTabSz="914400" eaLnBrk="0" fontAlgn="base" hangingPunct="0">
              <a:spcBef>
                <a:spcPct val="0"/>
              </a:spcBef>
              <a:spcAft>
                <a:spcPct val="0"/>
              </a:spcAft>
            </a:pPr>
            <a:endParaRPr lang="en-US" altLang="en-US" dirty="0">
              <a:latin typeface="Segoe UI Semibold" panose="020B0702040204020203" pitchFamily="34" charset="0"/>
              <a:cs typeface="Segoe UI Semibold" panose="020B0702040204020203" pitchFamily="34" charset="0"/>
            </a:endParaRPr>
          </a:p>
          <a:p>
            <a:pPr lvl="0" defTabSz="914400" eaLnBrk="0" fontAlgn="base" hangingPunct="0">
              <a:spcBef>
                <a:spcPct val="0"/>
              </a:spcBef>
              <a:spcAft>
                <a:spcPct val="0"/>
              </a:spcAft>
            </a:pPr>
            <a:r>
              <a:rPr lang="en-US" altLang="en-US" b="1" dirty="0">
                <a:latin typeface="Segoe UI Black" panose="020B0A02040204020203" pitchFamily="34" charset="0"/>
                <a:ea typeface="Segoe UI Black" panose="020B0A02040204020203" pitchFamily="34" charset="0"/>
                <a:cs typeface="Segoe UI Semibold" panose="020B0702040204020203" pitchFamily="34" charset="0"/>
              </a:rPr>
              <a:t>Recommendations:</a:t>
            </a:r>
            <a:endParaRPr lang="en-US" altLang="en-US" dirty="0">
              <a:latin typeface="Segoe UI Black" panose="020B0A02040204020203" pitchFamily="34" charset="0"/>
              <a:ea typeface="Segoe UI Black" panose="020B0A02040204020203" pitchFamily="34" charset="0"/>
              <a:cs typeface="Segoe UI Semibold" panose="020B0702040204020203" pitchFamily="34" charset="0"/>
            </a:endParaRPr>
          </a:p>
          <a:p>
            <a:pPr lvl="0" defTabSz="914400" eaLnBrk="0" fontAlgn="base" hangingPunct="0">
              <a:spcBef>
                <a:spcPct val="0"/>
              </a:spcBef>
              <a:spcAft>
                <a:spcPct val="0"/>
              </a:spcAft>
              <a:buFontTx/>
              <a:buChar char="•"/>
            </a:pPr>
            <a:r>
              <a:rPr lang="en-US" altLang="en-US" b="1" dirty="0">
                <a:latin typeface="Segoe UI Black" panose="020B0A02040204020203" pitchFamily="34" charset="0"/>
                <a:ea typeface="Segoe UI Black" panose="020B0A02040204020203" pitchFamily="34" charset="0"/>
                <a:cs typeface="Segoe UI Semibold" panose="020B0702040204020203" pitchFamily="34" charset="0"/>
              </a:rPr>
              <a:t>Enhance SEO</a:t>
            </a:r>
            <a:r>
              <a:rPr lang="en-US" alt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altLang="en-US" dirty="0">
                <a:latin typeface="Segoe UI Semibold" panose="020B0702040204020203" pitchFamily="34" charset="0"/>
                <a:cs typeface="Segoe UI Semibold" panose="020B0702040204020203" pitchFamily="34" charset="0"/>
              </a:rPr>
              <a:t>Optimize for search engines. </a:t>
            </a:r>
          </a:p>
          <a:p>
            <a:pPr lvl="0" defTabSz="914400" eaLnBrk="0" fontAlgn="base" hangingPunct="0">
              <a:spcBef>
                <a:spcPct val="0"/>
              </a:spcBef>
              <a:spcAft>
                <a:spcPct val="0"/>
              </a:spcAft>
              <a:buFontTx/>
              <a:buChar char="•"/>
            </a:pPr>
            <a:r>
              <a:rPr lang="en-US" altLang="en-US" b="1" dirty="0">
                <a:latin typeface="Segoe UI Black" panose="020B0A02040204020203" pitchFamily="34" charset="0"/>
                <a:ea typeface="Segoe UI Black" panose="020B0A02040204020203" pitchFamily="34" charset="0"/>
                <a:cs typeface="Segoe UI Semibold" panose="020B0702040204020203" pitchFamily="34" charset="0"/>
              </a:rPr>
              <a:t>Improve UX</a:t>
            </a:r>
            <a:r>
              <a:rPr lang="en-US" alt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altLang="en-US" dirty="0">
                <a:latin typeface="Segoe UI Semibold" panose="020B0702040204020203" pitchFamily="34" charset="0"/>
                <a:cs typeface="Segoe UI Semibold" panose="020B0702040204020203" pitchFamily="34" charset="0"/>
              </a:rPr>
              <a:t>Streamline navigation, mobile-friendly. </a:t>
            </a:r>
          </a:p>
          <a:p>
            <a:pPr lvl="0" defTabSz="914400" eaLnBrk="0" fontAlgn="base" hangingPunct="0">
              <a:spcBef>
                <a:spcPct val="0"/>
              </a:spcBef>
              <a:spcAft>
                <a:spcPct val="0"/>
              </a:spcAft>
              <a:buFontTx/>
              <a:buChar char="•"/>
            </a:pPr>
            <a:r>
              <a:rPr lang="en-US" altLang="en-US" b="1" dirty="0">
                <a:latin typeface="Segoe UI Black" panose="020B0A02040204020203" pitchFamily="34" charset="0"/>
                <a:ea typeface="Segoe UI Black" panose="020B0A02040204020203" pitchFamily="34" charset="0"/>
                <a:cs typeface="Segoe UI Semibold" panose="020B0702040204020203" pitchFamily="34" charset="0"/>
              </a:rPr>
              <a:t>Promote</a:t>
            </a:r>
            <a:r>
              <a:rPr lang="en-US" alt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altLang="en-US" dirty="0">
                <a:latin typeface="Segoe UI Semibold" panose="020B0702040204020203" pitchFamily="34" charset="0"/>
                <a:cs typeface="Segoe UI Semibold" panose="020B0702040204020203" pitchFamily="34" charset="0"/>
              </a:rPr>
              <a:t>Boost visibility via social media &amp; emails. </a:t>
            </a:r>
          </a:p>
          <a:p>
            <a:pPr lvl="0" defTabSz="914400" eaLnBrk="0" fontAlgn="base" hangingPunct="0">
              <a:spcBef>
                <a:spcPct val="0"/>
              </a:spcBef>
              <a:spcAft>
                <a:spcPct val="0"/>
              </a:spcAft>
              <a:buFontTx/>
              <a:buChar char="•"/>
            </a:pPr>
            <a:r>
              <a:rPr lang="en-US" altLang="en-US" b="1" dirty="0">
                <a:latin typeface="Segoe UI Black" panose="020B0A02040204020203" pitchFamily="34" charset="0"/>
                <a:ea typeface="Segoe UI Black" panose="020B0A02040204020203" pitchFamily="34" charset="0"/>
                <a:cs typeface="Segoe UI Semibold" panose="020B0702040204020203" pitchFamily="34" charset="0"/>
              </a:rPr>
              <a:t>Leverage Analytics</a:t>
            </a:r>
            <a:r>
              <a:rPr lang="en-US" alt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altLang="en-US" dirty="0">
                <a:latin typeface="Segoe UI Semibold" panose="020B0702040204020203" pitchFamily="34" charset="0"/>
                <a:ea typeface="Segoe UI Black" panose="020B0A02040204020203" pitchFamily="34" charset="0"/>
                <a:cs typeface="Segoe UI Semibold" panose="020B0702040204020203" pitchFamily="34" charset="0"/>
              </a:rPr>
              <a:t>Analyze user behavior. </a:t>
            </a:r>
          </a:p>
          <a:p>
            <a:pPr lvl="0" defTabSz="914400" eaLnBrk="0" fontAlgn="base" hangingPunct="0">
              <a:spcBef>
                <a:spcPct val="0"/>
              </a:spcBef>
              <a:spcAft>
                <a:spcPct val="0"/>
              </a:spcAft>
              <a:buFontTx/>
              <a:buChar char="•"/>
            </a:pPr>
            <a:r>
              <a:rPr lang="en-US" altLang="en-US" b="1" dirty="0">
                <a:latin typeface="Segoe UI Black" panose="020B0A02040204020203" pitchFamily="34" charset="0"/>
                <a:ea typeface="Segoe UI Black" panose="020B0A02040204020203" pitchFamily="34" charset="0"/>
                <a:cs typeface="Segoe UI Semibold" panose="020B0702040204020203" pitchFamily="34" charset="0"/>
              </a:rPr>
              <a:t>Improve Content</a:t>
            </a:r>
            <a:r>
              <a:rPr lang="en-US" altLang="en-US" dirty="0">
                <a:latin typeface="Segoe UI Black" panose="020B0A02040204020203" pitchFamily="34" charset="0"/>
                <a:ea typeface="Segoe UI Black" panose="020B0A02040204020203" pitchFamily="34" charset="0"/>
                <a:cs typeface="Segoe UI Semibold" panose="020B0702040204020203" pitchFamily="34" charset="0"/>
              </a:rPr>
              <a:t>: </a:t>
            </a:r>
            <a:r>
              <a:rPr lang="en-US" altLang="en-US" dirty="0">
                <a:latin typeface="Segoe UI Semibold" panose="020B0702040204020203" pitchFamily="34" charset="0"/>
                <a:cs typeface="Segoe UI Semibold" panose="020B0702040204020203" pitchFamily="34" charset="0"/>
              </a:rPr>
              <a:t>Create engaging, valuable content. </a:t>
            </a:r>
          </a:p>
          <a:p>
            <a:pPr lvl="0" defTabSz="914400" eaLnBrk="0" fontAlgn="base" hangingPunct="0">
              <a:spcBef>
                <a:spcPct val="0"/>
              </a:spcBef>
              <a:spcAft>
                <a:spcPct val="0"/>
              </a:spcAft>
            </a:pPr>
            <a:endParaRPr lang="en-US" altLang="en-US" dirty="0">
              <a:latin typeface="Segoe UI Semibold" panose="020B0702040204020203" pitchFamily="34" charset="0"/>
              <a:cs typeface="Segoe UI Semibold" panose="020B0702040204020203" pitchFamily="34" charset="0"/>
            </a:endParaRPr>
          </a:p>
        </p:txBody>
      </p:sp>
      <p:graphicFrame>
        <p:nvGraphicFramePr>
          <p:cNvPr id="2" name="Chart 1">
            <a:extLst>
              <a:ext uri="{FF2B5EF4-FFF2-40B4-BE49-F238E27FC236}">
                <a16:creationId xmlns:a16="http://schemas.microsoft.com/office/drawing/2014/main" id="{65DFB627-FE33-4A67-AE15-0A48F96B7665}"/>
              </a:ext>
            </a:extLst>
          </p:cNvPr>
          <p:cNvGraphicFramePr>
            <a:graphicFrameLocks/>
          </p:cNvGraphicFramePr>
          <p:nvPr>
            <p:extLst>
              <p:ext uri="{D42A27DB-BD31-4B8C-83A1-F6EECF244321}">
                <p14:modId xmlns:p14="http://schemas.microsoft.com/office/powerpoint/2010/main" val="1390590077"/>
              </p:ext>
            </p:extLst>
          </p:nvPr>
        </p:nvGraphicFramePr>
        <p:xfrm>
          <a:off x="6638798" y="2387012"/>
          <a:ext cx="4946952" cy="357165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65192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100000">
              <a:schemeClr val="bg2">
                <a:shade val="100000"/>
                <a:hueMod val="100000"/>
                <a:satMod val="110000"/>
                <a:lumMod val="130000"/>
              </a:schemeClr>
            </a:gs>
          </a:gsLst>
          <a:lin ang="2520000" scaled="0"/>
        </a:gradFill>
        <a:effectLst/>
      </p:bgPr>
    </p:bg>
    <p:spTree>
      <p:nvGrpSpPr>
        <p:cNvPr id="1" name="">
          <a:extLst>
            <a:ext uri="{FF2B5EF4-FFF2-40B4-BE49-F238E27FC236}">
              <a16:creationId xmlns:a16="http://schemas.microsoft.com/office/drawing/2014/main" id="{97ED6F5A-2A1D-4769-75DB-E1032F27443A}"/>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B1D7AD55-CF84-C256-B60F-C1DCE810F5C3}"/>
              </a:ext>
            </a:extLst>
          </p:cNvPr>
          <p:cNvSpPr txBox="1">
            <a:spLocks noChangeArrowheads="1"/>
          </p:cNvSpPr>
          <p:nvPr/>
        </p:nvSpPr>
        <p:spPr bwMode="auto">
          <a:xfrm>
            <a:off x="680321" y="939753"/>
            <a:ext cx="456086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eaLnBrk="0" fontAlgn="base" hangingPunct="0">
              <a:lnSpc>
                <a:spcPct val="100000"/>
              </a:lnSpc>
              <a:spcAft>
                <a:spcPct val="0"/>
              </a:spcAft>
            </a:pPr>
            <a:r>
              <a:rPr lang="en-US" altLang="en-US" sz="4000" dirty="0">
                <a:latin typeface="Segoe UI Black" panose="020B0A02040204020203" pitchFamily="34" charset="0"/>
                <a:ea typeface="Segoe UI Black" panose="020B0A02040204020203" pitchFamily="34" charset="0"/>
              </a:rPr>
              <a:t>Platform Activity</a:t>
            </a:r>
            <a:endParaRPr lang="en-US" altLang="en-US" sz="4000" dirty="0">
              <a:latin typeface="Arial Black" panose="020B0A04020102020204" pitchFamily="34" charset="0"/>
            </a:endParaRPr>
          </a:p>
        </p:txBody>
      </p:sp>
      <p:sp>
        <p:nvSpPr>
          <p:cNvPr id="4" name="TextBox 3">
            <a:extLst>
              <a:ext uri="{FF2B5EF4-FFF2-40B4-BE49-F238E27FC236}">
                <a16:creationId xmlns:a16="http://schemas.microsoft.com/office/drawing/2014/main" id="{ED642247-9855-8A64-D03C-8FC01622B403}"/>
              </a:ext>
            </a:extLst>
          </p:cNvPr>
          <p:cNvSpPr txBox="1"/>
          <p:nvPr/>
        </p:nvSpPr>
        <p:spPr>
          <a:xfrm>
            <a:off x="680321" y="2071039"/>
            <a:ext cx="5425624" cy="3693319"/>
          </a:xfrm>
          <a:prstGeom prst="rect">
            <a:avLst/>
          </a:prstGeom>
          <a:noFill/>
        </p:spPr>
        <p:txBody>
          <a:bodyPr wrap="square" rtlCol="0">
            <a:spAutoFit/>
          </a:bodyPr>
          <a:lstStyle/>
          <a:p>
            <a:r>
              <a:rPr lang="en-US" b="1" dirty="0">
                <a:latin typeface="Segoe UI Black" panose="020B0A02040204020203" pitchFamily="34" charset="0"/>
                <a:ea typeface="Segoe UI Black" panose="020B0A02040204020203" pitchFamily="34" charset="0"/>
                <a:cs typeface="Segoe UI Semibold" panose="020B0702040204020203" pitchFamily="34" charset="0"/>
              </a:rPr>
              <a:t>Revenue Breakdown:</a:t>
            </a:r>
            <a:endParaRPr lang="en-US" dirty="0">
              <a:latin typeface="Segoe UI Black" panose="020B0A02040204020203" pitchFamily="34" charset="0"/>
              <a:ea typeface="Segoe UI Black" panose="020B0A02040204020203" pitchFamily="34" charset="0"/>
              <a:cs typeface="Segoe UI Semibold" panose="020B0702040204020203" pitchFamily="34" charset="0"/>
            </a:endParaRPr>
          </a:p>
          <a:p>
            <a:pPr>
              <a:buFont typeface="Arial" panose="020B0604020202020204" pitchFamily="34" charset="0"/>
              <a:buChar char="•"/>
            </a:pPr>
            <a:r>
              <a:rPr lang="en-US" dirty="0">
                <a:latin typeface="Segoe UI Semibold" panose="020B0702040204020203" pitchFamily="34" charset="0"/>
                <a:cs typeface="Segoe UI Semibold" panose="020B0702040204020203" pitchFamily="34" charset="0"/>
              </a:rPr>
              <a:t>70% from Calls</a:t>
            </a:r>
          </a:p>
          <a:p>
            <a:pPr>
              <a:buFont typeface="Arial" panose="020B0604020202020204" pitchFamily="34" charset="0"/>
              <a:buChar char="•"/>
            </a:pPr>
            <a:r>
              <a:rPr lang="en-US" dirty="0">
                <a:latin typeface="Segoe UI Semibold" panose="020B0702040204020203" pitchFamily="34" charset="0"/>
                <a:cs typeface="Segoe UI Semibold" panose="020B0702040204020203" pitchFamily="34" charset="0"/>
              </a:rPr>
              <a:t>30% from Chats</a:t>
            </a:r>
          </a:p>
          <a:p>
            <a:pPr>
              <a:buFont typeface="Arial" panose="020B0604020202020204" pitchFamily="34" charset="0"/>
              <a:buChar char="•"/>
            </a:pPr>
            <a:r>
              <a:rPr lang="en-US" dirty="0">
                <a:latin typeface="Segoe UI Semibold" panose="020B0702040204020203" pitchFamily="34" charset="0"/>
                <a:cs typeface="Segoe UI Semibold" panose="020B0702040204020203" pitchFamily="34" charset="0"/>
              </a:rPr>
              <a:t>0% from Public Live Calls</a:t>
            </a:r>
          </a:p>
          <a:p>
            <a:pPr>
              <a:buFont typeface="Arial" panose="020B0604020202020204" pitchFamily="34" charset="0"/>
              <a:buChar char="•"/>
            </a:pPr>
            <a:r>
              <a:rPr lang="en-US" dirty="0">
                <a:latin typeface="Segoe UI Semibold" panose="020B0702040204020203" pitchFamily="34" charset="0"/>
                <a:cs typeface="Segoe UI Semibold" panose="020B0702040204020203" pitchFamily="34" charset="0"/>
              </a:rPr>
              <a:t>0% from Complementary Services</a:t>
            </a:r>
          </a:p>
          <a:p>
            <a:endParaRPr lang="en-US" b="1" dirty="0"/>
          </a:p>
          <a:p>
            <a:r>
              <a:rPr lang="en-US" b="1" dirty="0">
                <a:latin typeface="Segoe UI Black" panose="020B0A02040204020203" pitchFamily="34" charset="0"/>
                <a:ea typeface="Segoe UI Black" panose="020B0A02040204020203" pitchFamily="34" charset="0"/>
                <a:cs typeface="Segoe UI Semibold" panose="020B0702040204020203" pitchFamily="34" charset="0"/>
              </a:rPr>
              <a:t>Recommendations:</a:t>
            </a:r>
            <a:endParaRPr lang="en-US" dirty="0">
              <a:latin typeface="Segoe UI Black" panose="020B0A02040204020203" pitchFamily="34" charset="0"/>
              <a:ea typeface="Segoe UI Black" panose="020B0A02040204020203" pitchFamily="34" charset="0"/>
              <a:cs typeface="Segoe UI Semibold" panose="020B0702040204020203" pitchFamily="34" charset="0"/>
            </a:endParaRPr>
          </a:p>
          <a:p>
            <a:pPr>
              <a:buFont typeface="Arial" panose="020B0604020202020204" pitchFamily="34" charset="0"/>
              <a:buChar char="•"/>
            </a:pPr>
            <a:r>
              <a:rPr lang="en-US" dirty="0">
                <a:latin typeface="Segoe UI Semibold" panose="020B0702040204020203" pitchFamily="34" charset="0"/>
                <a:cs typeface="Segoe UI Semibold" panose="020B0702040204020203" pitchFamily="34" charset="0"/>
              </a:rPr>
              <a:t>Reduce Call Failures</a:t>
            </a:r>
          </a:p>
          <a:p>
            <a:pPr>
              <a:buFont typeface="Arial" panose="020B0604020202020204" pitchFamily="34" charset="0"/>
              <a:buChar char="•"/>
            </a:pPr>
            <a:r>
              <a:rPr lang="en-US" dirty="0">
                <a:latin typeface="Segoe UI Semibold" panose="020B0702040204020203" pitchFamily="34" charset="0"/>
                <a:cs typeface="Segoe UI Semibold" panose="020B0702040204020203" pitchFamily="34" charset="0"/>
              </a:rPr>
              <a:t>Optimize Chats</a:t>
            </a:r>
          </a:p>
          <a:p>
            <a:pPr>
              <a:buFont typeface="Arial" panose="020B0604020202020204" pitchFamily="34" charset="0"/>
              <a:buChar char="•"/>
            </a:pPr>
            <a:r>
              <a:rPr lang="en-US" dirty="0">
                <a:latin typeface="Segoe UI Semibold" panose="020B0702040204020203" pitchFamily="34" charset="0"/>
                <a:cs typeface="Segoe UI Semibold" panose="020B0702040204020203" pitchFamily="34" charset="0"/>
              </a:rPr>
              <a:t>Increase Call Volume</a:t>
            </a:r>
          </a:p>
          <a:p>
            <a:pPr>
              <a:buFont typeface="Arial" panose="020B0604020202020204" pitchFamily="34" charset="0"/>
              <a:buChar char="•"/>
            </a:pPr>
            <a:r>
              <a:rPr lang="en-US" dirty="0">
                <a:latin typeface="Segoe UI Semibold" panose="020B0702040204020203" pitchFamily="34" charset="0"/>
                <a:cs typeface="Segoe UI Semibold" panose="020B0702040204020203" pitchFamily="34" charset="0"/>
              </a:rPr>
              <a:t>Enhance Experience</a:t>
            </a:r>
          </a:p>
          <a:p>
            <a:pPr>
              <a:buFont typeface="Arial" panose="020B0604020202020204" pitchFamily="34" charset="0"/>
              <a:buChar char="•"/>
            </a:pPr>
            <a:r>
              <a:rPr lang="en-US" dirty="0">
                <a:latin typeface="Segoe UI Semibold" panose="020B0702040204020203" pitchFamily="34" charset="0"/>
                <a:cs typeface="Segoe UI Semibold" panose="020B0702040204020203" pitchFamily="34" charset="0"/>
              </a:rPr>
              <a:t>Explore New Revenue</a:t>
            </a:r>
          </a:p>
          <a:p>
            <a:pPr lvl="0" defTabSz="914400" eaLnBrk="0" fontAlgn="base" hangingPunct="0">
              <a:spcBef>
                <a:spcPct val="0"/>
              </a:spcBef>
              <a:spcAft>
                <a:spcPct val="0"/>
              </a:spcAft>
            </a:pPr>
            <a:endParaRPr lang="en-US" altLang="en-US" dirty="0">
              <a:latin typeface="Segoe UI Semibold" panose="020B0702040204020203" pitchFamily="34" charset="0"/>
              <a:cs typeface="Segoe UI Semibold" panose="020B0702040204020203" pitchFamily="34" charset="0"/>
            </a:endParaRPr>
          </a:p>
        </p:txBody>
      </p:sp>
      <p:graphicFrame>
        <p:nvGraphicFramePr>
          <p:cNvPr id="5" name="Chart 4">
            <a:extLst>
              <a:ext uri="{FF2B5EF4-FFF2-40B4-BE49-F238E27FC236}">
                <a16:creationId xmlns:a16="http://schemas.microsoft.com/office/drawing/2014/main" id="{5EC3991E-E25D-42B4-86C7-1336C70286BF}"/>
              </a:ext>
            </a:extLst>
          </p:cNvPr>
          <p:cNvGraphicFramePr>
            <a:graphicFrameLocks/>
          </p:cNvGraphicFramePr>
          <p:nvPr>
            <p:extLst>
              <p:ext uri="{D42A27DB-BD31-4B8C-83A1-F6EECF244321}">
                <p14:modId xmlns:p14="http://schemas.microsoft.com/office/powerpoint/2010/main" val="1236443887"/>
              </p:ext>
            </p:extLst>
          </p:nvPr>
        </p:nvGraphicFramePr>
        <p:xfrm>
          <a:off x="7150340" y="2337242"/>
          <a:ext cx="4530383" cy="3981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19095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2ADDD-7160-78AB-65CE-A2E244841025}"/>
              </a:ext>
            </a:extLst>
          </p:cNvPr>
          <p:cNvSpPr>
            <a:spLocks noGrp="1"/>
          </p:cNvSpPr>
          <p:nvPr>
            <p:ph type="title"/>
          </p:nvPr>
        </p:nvSpPr>
        <p:spPr/>
        <p:txBody>
          <a:bodyPr/>
          <a:lstStyle/>
          <a:p>
            <a:r>
              <a:rPr lang="en-US" dirty="0" err="1">
                <a:latin typeface="Arial Black" panose="020B0A04020102020204" pitchFamily="34" charset="0"/>
              </a:rPr>
              <a:t>DashBoard</a:t>
            </a:r>
            <a:endParaRPr lang="en-IN" dirty="0">
              <a:latin typeface="Arial Black" panose="020B0A04020102020204" pitchFamily="34" charset="0"/>
            </a:endParaRPr>
          </a:p>
        </p:txBody>
      </p:sp>
      <p:pic>
        <p:nvPicPr>
          <p:cNvPr id="7" name="Content Placeholder 6">
            <a:extLst>
              <a:ext uri="{FF2B5EF4-FFF2-40B4-BE49-F238E27FC236}">
                <a16:creationId xmlns:a16="http://schemas.microsoft.com/office/drawing/2014/main" id="{0DC3CF25-429E-36AD-0823-72B01DDF25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6916" y="2336800"/>
            <a:ext cx="10510684" cy="4211484"/>
          </a:xfrm>
        </p:spPr>
      </p:pic>
    </p:spTree>
    <p:extLst>
      <p:ext uri="{BB962C8B-B14F-4D97-AF65-F5344CB8AC3E}">
        <p14:creationId xmlns:p14="http://schemas.microsoft.com/office/powerpoint/2010/main" val="3530966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3FB09-3E90-D09F-B403-96DCD66C6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E2339-D26E-B860-D23C-F6979ABB8A94}"/>
              </a:ext>
            </a:extLst>
          </p:cNvPr>
          <p:cNvSpPr>
            <a:spLocks noGrp="1"/>
          </p:cNvSpPr>
          <p:nvPr>
            <p:ph type="title"/>
          </p:nvPr>
        </p:nvSpPr>
        <p:spPr>
          <a:xfrm>
            <a:off x="680321" y="921810"/>
            <a:ext cx="9613861" cy="912355"/>
          </a:xfrm>
        </p:spPr>
        <p:txBody>
          <a:bodyPr>
            <a:normAutofit/>
          </a:bodyPr>
          <a:lstStyle/>
          <a:p>
            <a:r>
              <a:rPr lang="en-US" altLang="en-US" b="1" dirty="0">
                <a:latin typeface="Arial Black" panose="020B0A04020102020204" pitchFamily="34" charset="0"/>
                <a:ea typeface="Segoe UI Black" panose="020B0A02040204020203" pitchFamily="34" charset="0"/>
              </a:rPr>
              <a:t>Strategic Recommendations</a:t>
            </a:r>
            <a:r>
              <a:rPr lang="en-US" altLang="en-US" dirty="0">
                <a:latin typeface="Arial Black" panose="020B0A04020102020204" pitchFamily="34" charset="0"/>
                <a:ea typeface="Segoe UI Black" panose="020B0A02040204020203" pitchFamily="34" charset="0"/>
              </a:rPr>
              <a:t> </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4CF460CF-FDAF-7070-0E4B-08A6F2E20B43}"/>
              </a:ext>
            </a:extLst>
          </p:cNvPr>
          <p:cNvSpPr>
            <a:spLocks noGrp="1"/>
          </p:cNvSpPr>
          <p:nvPr>
            <p:ph idx="1"/>
          </p:nvPr>
        </p:nvSpPr>
        <p:spPr/>
        <p:txBody>
          <a:bodyPr>
            <a:normAutofit/>
          </a:bodyPr>
          <a:lstStyle/>
          <a:p>
            <a:pPr marL="0" indent="0">
              <a:buNone/>
            </a:pPr>
            <a:r>
              <a:rPr lang="en-US" sz="1900" b="1" dirty="0">
                <a:latin typeface="Segoe UI Black" panose="020B0A02040204020203" pitchFamily="34" charset="0"/>
                <a:ea typeface="Segoe UI Black" panose="020B0A02040204020203" pitchFamily="34" charset="0"/>
                <a:cs typeface="Segoe UI Semibold" panose="020B0702040204020203" pitchFamily="34" charset="0"/>
              </a:rPr>
              <a:t>Enhancing Customer Satisfaction</a:t>
            </a:r>
          </a:p>
          <a:p>
            <a:r>
              <a:rPr lang="en-US" sz="1900" b="1" dirty="0">
                <a:latin typeface="Segoe UI Black" panose="020B0A02040204020203" pitchFamily="34" charset="0"/>
                <a:ea typeface="Segoe UI Black" panose="020B0A02040204020203" pitchFamily="34" charset="0"/>
                <a:cs typeface="Segoe UI Semibold" panose="020B0702040204020203" pitchFamily="34" charset="0"/>
              </a:rPr>
              <a:t>Communication</a:t>
            </a:r>
            <a:r>
              <a:rPr lang="en-US" sz="19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900" dirty="0">
                <a:latin typeface="Segoe UI Semibold" panose="020B0702040204020203" pitchFamily="34" charset="0"/>
                <a:cs typeface="Segoe UI Semibold" panose="020B0702040204020203" pitchFamily="34" charset="0"/>
              </a:rPr>
              <a:t>Train for clarity.</a:t>
            </a:r>
          </a:p>
          <a:p>
            <a:r>
              <a:rPr lang="en-US" sz="1900" b="1" dirty="0">
                <a:latin typeface="Segoe UI Black" panose="020B0A02040204020203" pitchFamily="34" charset="0"/>
                <a:ea typeface="Segoe UI Black" panose="020B0A02040204020203" pitchFamily="34" charset="0"/>
                <a:cs typeface="Segoe UI Semibold" panose="020B0702040204020203" pitchFamily="34" charset="0"/>
              </a:rPr>
              <a:t>Problem-Solving</a:t>
            </a:r>
            <a:r>
              <a:rPr lang="en-US" sz="19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900" dirty="0">
                <a:latin typeface="Segoe UI Semibold" panose="020B0702040204020203" pitchFamily="34" charset="0"/>
                <a:cs typeface="Segoe UI Semibold" panose="020B0702040204020203" pitchFamily="34" charset="0"/>
              </a:rPr>
              <a:t>Equip for complex queries.</a:t>
            </a:r>
          </a:p>
          <a:p>
            <a:r>
              <a:rPr lang="en-US" sz="1900" b="1" dirty="0">
                <a:latin typeface="Segoe UI Black" panose="020B0A02040204020203" pitchFamily="34" charset="0"/>
                <a:ea typeface="Segoe UI Black" panose="020B0A02040204020203" pitchFamily="34" charset="0"/>
                <a:cs typeface="Segoe UI Semibold" panose="020B0702040204020203" pitchFamily="34" charset="0"/>
              </a:rPr>
              <a:t>Technical Knowledge</a:t>
            </a:r>
            <a:r>
              <a:rPr lang="en-US" sz="19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900" dirty="0">
                <a:latin typeface="Segoe UI Semibold" panose="020B0702040204020203" pitchFamily="34" charset="0"/>
                <a:cs typeface="Segoe UI Semibold" panose="020B0702040204020203" pitchFamily="34" charset="0"/>
              </a:rPr>
              <a:t>Improve system skills.</a:t>
            </a:r>
          </a:p>
          <a:p>
            <a:pPr marL="0" indent="0">
              <a:buNone/>
            </a:pPr>
            <a:r>
              <a:rPr lang="en-US" sz="1900" b="1" dirty="0">
                <a:latin typeface="Segoe UI Black" panose="020B0A02040204020203" pitchFamily="34" charset="0"/>
                <a:ea typeface="Segoe UI Black" panose="020B0A02040204020203" pitchFamily="34" charset="0"/>
                <a:cs typeface="Segoe UI Semibold" panose="020B0702040204020203" pitchFamily="34" charset="0"/>
              </a:rPr>
              <a:t>Assessment</a:t>
            </a:r>
          </a:p>
          <a:p>
            <a:r>
              <a:rPr lang="en-US" sz="1900" b="1" dirty="0">
                <a:latin typeface="Segoe UI Black" panose="020B0A02040204020203" pitchFamily="34" charset="0"/>
                <a:ea typeface="Segoe UI Black" panose="020B0A02040204020203" pitchFamily="34" charset="0"/>
                <a:cs typeface="Segoe UI Semibold" panose="020B0702040204020203" pitchFamily="34" charset="0"/>
              </a:rPr>
              <a:t>KPI Tracking</a:t>
            </a:r>
            <a:r>
              <a:rPr lang="en-US" sz="19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900" dirty="0">
                <a:latin typeface="Segoe UI Semibold" panose="020B0702040204020203" pitchFamily="34" charset="0"/>
                <a:cs typeface="Segoe UI Semibold" panose="020B0702040204020203" pitchFamily="34" charset="0"/>
              </a:rPr>
              <a:t>Measure effectiveness.</a:t>
            </a:r>
          </a:p>
          <a:p>
            <a:pPr marL="0" indent="0">
              <a:buNone/>
            </a:pPr>
            <a:r>
              <a:rPr lang="en-US" sz="1900" b="1" dirty="0">
                <a:latin typeface="Segoe UI Black" panose="020B0A02040204020203" pitchFamily="34" charset="0"/>
                <a:ea typeface="Segoe UI Black" panose="020B0A02040204020203" pitchFamily="34" charset="0"/>
                <a:cs typeface="Segoe UI Semibold" panose="020B0702040204020203" pitchFamily="34" charset="0"/>
              </a:rPr>
              <a:t>Risks &amp; Impact</a:t>
            </a:r>
          </a:p>
          <a:p>
            <a:r>
              <a:rPr lang="en-US" sz="1900" b="1" dirty="0">
                <a:latin typeface="Segoe UI Black" panose="020B0A02040204020203" pitchFamily="34" charset="0"/>
                <a:ea typeface="Segoe UI Black" panose="020B0A02040204020203" pitchFamily="34" charset="0"/>
                <a:cs typeface="Segoe UI Semibold" panose="020B0702040204020203" pitchFamily="34" charset="0"/>
              </a:rPr>
              <a:t>Failure Rate</a:t>
            </a:r>
            <a:r>
              <a:rPr lang="en-US" sz="19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900" dirty="0">
                <a:latin typeface="Segoe UI Semibold" panose="020B0702040204020203" pitchFamily="34" charset="0"/>
                <a:cs typeface="Segoe UI Semibold" panose="020B0702040204020203" pitchFamily="34" charset="0"/>
              </a:rPr>
              <a:t>Monitor performance changes.</a:t>
            </a:r>
          </a:p>
          <a:p>
            <a:pPr marL="0" indent="0">
              <a:buNone/>
            </a:pPr>
            <a:endParaRPr lang="en-US" dirty="0"/>
          </a:p>
          <a:p>
            <a:endParaRPr lang="en-IN" dirty="0"/>
          </a:p>
        </p:txBody>
      </p:sp>
    </p:spTree>
    <p:extLst>
      <p:ext uri="{BB962C8B-B14F-4D97-AF65-F5344CB8AC3E}">
        <p14:creationId xmlns:p14="http://schemas.microsoft.com/office/powerpoint/2010/main" val="1633210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1E31A-73DC-3D40-15DA-9ED5A7E81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3E81BF-5DB4-BEF4-DBE7-64F075653B0B}"/>
              </a:ext>
            </a:extLst>
          </p:cNvPr>
          <p:cNvSpPr>
            <a:spLocks noGrp="1"/>
          </p:cNvSpPr>
          <p:nvPr>
            <p:ph type="title"/>
          </p:nvPr>
        </p:nvSpPr>
        <p:spPr>
          <a:xfrm>
            <a:off x="680321" y="921810"/>
            <a:ext cx="9613861" cy="912355"/>
          </a:xfrm>
        </p:spPr>
        <p:txBody>
          <a:bodyPr>
            <a:normAutofit/>
          </a:bodyPr>
          <a:lstStyle/>
          <a:p>
            <a:r>
              <a:rPr lang="en-US" altLang="en-US" b="1" dirty="0">
                <a:latin typeface="Arial Black" panose="020B0A04020102020204" pitchFamily="34" charset="0"/>
                <a:ea typeface="Segoe UI Black" panose="020B0A02040204020203" pitchFamily="34" charset="0"/>
              </a:rPr>
              <a:t>Strategic Recommendations</a:t>
            </a:r>
            <a:r>
              <a:rPr lang="en-US" altLang="en-US" dirty="0">
                <a:latin typeface="Arial Black" panose="020B0A04020102020204" pitchFamily="34" charset="0"/>
                <a:ea typeface="Segoe UI Black" panose="020B0A02040204020203" pitchFamily="34" charset="0"/>
              </a:rPr>
              <a:t> </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2C9C0F78-3BE5-800C-5E43-75014CF439B4}"/>
              </a:ext>
            </a:extLst>
          </p:cNvPr>
          <p:cNvSpPr>
            <a:spLocks noGrp="1"/>
          </p:cNvSpPr>
          <p:nvPr>
            <p:ph idx="1"/>
          </p:nvPr>
        </p:nvSpPr>
        <p:spPr/>
        <p:txBody>
          <a:bodyPr>
            <a:normAutofit/>
          </a:bodyPr>
          <a:lstStyle/>
          <a:p>
            <a:pPr marL="0" indent="0">
              <a:buNone/>
            </a:pPr>
            <a:r>
              <a:rPr lang="en-US" sz="1700" b="1" dirty="0">
                <a:latin typeface="Segoe UI Black" panose="020B0A02040204020203" pitchFamily="34" charset="0"/>
                <a:ea typeface="Segoe UI Black" panose="020B0A02040204020203" pitchFamily="34" charset="0"/>
                <a:cs typeface="Segoe UI Semibold" panose="020B0702040204020203" pitchFamily="34" charset="0"/>
              </a:rPr>
              <a:t>New Technologies for Growth</a:t>
            </a:r>
          </a:p>
          <a:p>
            <a:r>
              <a:rPr lang="en-US" sz="1700" b="1" dirty="0">
                <a:latin typeface="Segoe UI Black" panose="020B0A02040204020203" pitchFamily="34" charset="0"/>
                <a:ea typeface="Segoe UI Black" panose="020B0A02040204020203" pitchFamily="34" charset="0"/>
                <a:cs typeface="Segoe UI Semibold" panose="020B0702040204020203" pitchFamily="34" charset="0"/>
              </a:rPr>
              <a:t>AI &amp; ML</a:t>
            </a:r>
            <a:r>
              <a:rPr lang="en-US" sz="17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700" dirty="0">
                <a:latin typeface="Segoe UI Semibold" panose="020B0702040204020203" pitchFamily="34" charset="0"/>
                <a:cs typeface="Segoe UI Semibold" panose="020B0702040204020203" pitchFamily="34" charset="0"/>
              </a:rPr>
              <a:t>Automate tasks, optimize resources.</a:t>
            </a:r>
          </a:p>
          <a:p>
            <a:r>
              <a:rPr lang="en-US" sz="1700" b="1" dirty="0">
                <a:latin typeface="Segoe UI Black" panose="020B0A02040204020203" pitchFamily="34" charset="0"/>
                <a:ea typeface="Segoe UI Black" panose="020B0A02040204020203" pitchFamily="34" charset="0"/>
                <a:cs typeface="Segoe UI Semibold" panose="020B0702040204020203" pitchFamily="34" charset="0"/>
              </a:rPr>
              <a:t>AI Chatbots</a:t>
            </a:r>
            <a:r>
              <a:rPr lang="en-US" sz="17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700" dirty="0">
                <a:latin typeface="Segoe UI Semibold" panose="020B0702040204020203" pitchFamily="34" charset="0"/>
                <a:cs typeface="Segoe UI Semibold" panose="020B0702040204020203" pitchFamily="34" charset="0"/>
              </a:rPr>
              <a:t>Handle queries, reduce traffic.</a:t>
            </a:r>
          </a:p>
          <a:p>
            <a:pPr marL="0" indent="0">
              <a:buNone/>
            </a:pPr>
            <a:r>
              <a:rPr lang="en-US" sz="1700" b="1" dirty="0">
                <a:latin typeface="Segoe UI Black" panose="020B0A02040204020203" pitchFamily="34" charset="0"/>
                <a:ea typeface="Segoe UI Black" panose="020B0A02040204020203" pitchFamily="34" charset="0"/>
                <a:cs typeface="Segoe UI Semibold" panose="020B0702040204020203" pitchFamily="34" charset="0"/>
              </a:rPr>
              <a:t>Tools</a:t>
            </a:r>
          </a:p>
          <a:p>
            <a:r>
              <a:rPr lang="en-US" sz="1700" b="1" dirty="0">
                <a:latin typeface="Segoe UI Black" panose="020B0A02040204020203" pitchFamily="34" charset="0"/>
                <a:ea typeface="Segoe UI Black" panose="020B0A02040204020203" pitchFamily="34" charset="0"/>
                <a:cs typeface="Segoe UI Semibold" panose="020B0702040204020203" pitchFamily="34" charset="0"/>
              </a:rPr>
              <a:t>IBM Watson</a:t>
            </a:r>
            <a:r>
              <a:rPr lang="en-US" sz="17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700" dirty="0">
                <a:latin typeface="Segoe UI Semibold" panose="020B0702040204020203" pitchFamily="34" charset="0"/>
                <a:cs typeface="Segoe UI Semibold" panose="020B0702040204020203" pitchFamily="34" charset="0"/>
              </a:rPr>
              <a:t>Manage queries.</a:t>
            </a:r>
          </a:p>
          <a:p>
            <a:r>
              <a:rPr lang="en-US" sz="1700" b="1" dirty="0" err="1">
                <a:latin typeface="Segoe UI Black" panose="020B0A02040204020203" pitchFamily="34" charset="0"/>
                <a:ea typeface="Segoe UI Black" panose="020B0A02040204020203" pitchFamily="34" charset="0"/>
                <a:cs typeface="Segoe UI Semibold" panose="020B0702040204020203" pitchFamily="34" charset="0"/>
              </a:rPr>
              <a:t>Dialogflow</a:t>
            </a:r>
            <a:r>
              <a:rPr lang="en-US" sz="17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700" dirty="0">
                <a:latin typeface="Segoe UI Semibold" panose="020B0702040204020203" pitchFamily="34" charset="0"/>
                <a:cs typeface="Segoe UI Semibold" panose="020B0702040204020203" pitchFamily="34" charset="0"/>
              </a:rPr>
              <a:t>Customizable chatbot.</a:t>
            </a:r>
          </a:p>
          <a:p>
            <a:r>
              <a:rPr lang="en-US" sz="1700" b="1" dirty="0">
                <a:latin typeface="Segoe UI Black" panose="020B0A02040204020203" pitchFamily="34" charset="0"/>
                <a:ea typeface="Segoe UI Black" panose="020B0A02040204020203" pitchFamily="34" charset="0"/>
                <a:cs typeface="Segoe UI Semibold" panose="020B0702040204020203" pitchFamily="34" charset="0"/>
              </a:rPr>
              <a:t>Zendesk Bot</a:t>
            </a:r>
            <a:r>
              <a:rPr lang="en-US" sz="1700" dirty="0">
                <a:latin typeface="Segoe UI Black" panose="020B0A02040204020203" pitchFamily="34" charset="0"/>
                <a:ea typeface="Segoe UI Black" panose="020B0A02040204020203" pitchFamily="34" charset="0"/>
                <a:cs typeface="Segoe UI Semibold" panose="020B0702040204020203" pitchFamily="34" charset="0"/>
              </a:rPr>
              <a:t>: </a:t>
            </a:r>
            <a:r>
              <a:rPr lang="en-US" sz="1700" dirty="0">
                <a:latin typeface="Segoe UI Semibold" panose="020B0702040204020203" pitchFamily="34" charset="0"/>
                <a:cs typeface="Segoe UI Semibold" panose="020B0702040204020203" pitchFamily="34" charset="0"/>
              </a:rPr>
              <a:t>Automate FAQs.</a:t>
            </a:r>
          </a:p>
          <a:p>
            <a:pPr marL="0" indent="0">
              <a:buNone/>
            </a:pPr>
            <a:endParaRPr lang="en-US" dirty="0"/>
          </a:p>
          <a:p>
            <a:endParaRPr lang="en-IN" dirty="0"/>
          </a:p>
        </p:txBody>
      </p:sp>
    </p:spTree>
    <p:extLst>
      <p:ext uri="{BB962C8B-B14F-4D97-AF65-F5344CB8AC3E}">
        <p14:creationId xmlns:p14="http://schemas.microsoft.com/office/powerpoint/2010/main" val="1667666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09642-5FC7-91B3-6F0C-1EDDB451F814}"/>
              </a:ext>
            </a:extLst>
          </p:cNvPr>
          <p:cNvSpPr>
            <a:spLocks noGrp="1"/>
          </p:cNvSpPr>
          <p:nvPr>
            <p:ph type="title"/>
          </p:nvPr>
        </p:nvSpPr>
        <p:spPr>
          <a:xfrm>
            <a:off x="680321" y="921810"/>
            <a:ext cx="9613861" cy="912355"/>
          </a:xfrm>
        </p:spPr>
        <p:txBody>
          <a:bodyPr>
            <a:normAutofit fontScale="90000"/>
          </a:bodyPr>
          <a:lstStyle/>
          <a:p>
            <a:r>
              <a:rPr lang="en" dirty="0">
                <a:latin typeface="Segoe UI Black" panose="020B0A02040204020203" pitchFamily="34" charset="0"/>
                <a:ea typeface="Segoe UI Black" panose="020B0A02040204020203" pitchFamily="34" charset="0"/>
                <a:cs typeface="Arial"/>
                <a:sym typeface="Arial"/>
              </a:rPr>
              <a:t>Conclusion</a:t>
            </a:r>
            <a:br>
              <a:rPr lang="en-IN" b="1" dirty="0">
                <a:solidFill>
                  <a:srgbClr val="E25C0B"/>
                </a:solidFill>
                <a:latin typeface="Calibri Light (Headings)"/>
              </a:rPr>
            </a:br>
            <a:endParaRPr lang="en-IN" dirty="0"/>
          </a:p>
        </p:txBody>
      </p:sp>
      <p:sp>
        <p:nvSpPr>
          <p:cNvPr id="3" name="Content Placeholder 2">
            <a:extLst>
              <a:ext uri="{FF2B5EF4-FFF2-40B4-BE49-F238E27FC236}">
                <a16:creationId xmlns:a16="http://schemas.microsoft.com/office/drawing/2014/main" id="{D986FA18-7130-D81C-A8B0-FE1CFF632C66}"/>
              </a:ext>
            </a:extLst>
          </p:cNvPr>
          <p:cNvSpPr>
            <a:spLocks noGrp="1"/>
          </p:cNvSpPr>
          <p:nvPr>
            <p:ph idx="1"/>
          </p:nvPr>
        </p:nvSpPr>
        <p:spPr/>
        <p:txBody>
          <a:bodyPr>
            <a:normAutofit lnSpcReduction="10000"/>
          </a:bodyPr>
          <a:lstStyle/>
          <a:p>
            <a:pPr marL="0" indent="0">
              <a:buNone/>
            </a:pPr>
            <a:r>
              <a:rPr lang="en-US" sz="2800" b="1" dirty="0">
                <a:latin typeface="Segoe UI Black" panose="020B0A02040204020203" pitchFamily="34" charset="0"/>
                <a:ea typeface="Segoe UI Black" panose="020B0A02040204020203" pitchFamily="34" charset="0"/>
                <a:cs typeface="Segoe UI Semibold" panose="020B0702040204020203" pitchFamily="34" charset="0"/>
              </a:rPr>
              <a:t>Key Findings</a:t>
            </a:r>
          </a:p>
          <a:p>
            <a:r>
              <a:rPr lang="en-US" dirty="0">
                <a:latin typeface="Segoe UI Black" panose="020B0A02040204020203" pitchFamily="34" charset="0"/>
                <a:ea typeface="Segoe UI Black" panose="020B0A02040204020203" pitchFamily="34" charset="0"/>
                <a:cs typeface="Segoe UI Semibold" panose="020B0702040204020203" pitchFamily="34" charset="0"/>
              </a:rPr>
              <a:t>Low Satisfaction: </a:t>
            </a:r>
            <a:r>
              <a:rPr lang="en-US" dirty="0">
                <a:latin typeface="Segoe UI Semibold" panose="020B0702040204020203" pitchFamily="34" charset="0"/>
                <a:cs typeface="Segoe UI Semibold" panose="020B0702040204020203" pitchFamily="34" charset="0"/>
              </a:rPr>
              <a:t>Declining ratings.</a:t>
            </a:r>
          </a:p>
          <a:p>
            <a:r>
              <a:rPr lang="en-US" dirty="0">
                <a:latin typeface="Segoe UI Black" panose="020B0A02040204020203" pitchFamily="34" charset="0"/>
                <a:ea typeface="Segoe UI Black" panose="020B0A02040204020203" pitchFamily="34" charset="0"/>
                <a:cs typeface="Segoe UI Semibold" panose="020B0702040204020203" pitchFamily="34" charset="0"/>
              </a:rPr>
              <a:t>Low Revenue: </a:t>
            </a:r>
            <a:r>
              <a:rPr lang="en-US" dirty="0">
                <a:latin typeface="Segoe UI Semibold" panose="020B0702040204020203" pitchFamily="34" charset="0"/>
                <a:cs typeface="Segoe UI Semibold" panose="020B0702040204020203" pitchFamily="34" charset="0"/>
              </a:rPr>
              <a:t>Free chats and failures affect earnings.</a:t>
            </a:r>
          </a:p>
          <a:p>
            <a:pPr marL="0" indent="0">
              <a:buNone/>
            </a:pPr>
            <a:r>
              <a:rPr lang="en-US" sz="2800" b="1" dirty="0">
                <a:latin typeface="Segoe UI Black" panose="020B0A02040204020203" pitchFamily="34" charset="0"/>
                <a:ea typeface="Segoe UI Black" panose="020B0A02040204020203" pitchFamily="34" charset="0"/>
                <a:cs typeface="Segoe UI Semibold" panose="020B0702040204020203" pitchFamily="34" charset="0"/>
              </a:rPr>
              <a:t>Implications</a:t>
            </a:r>
          </a:p>
          <a:p>
            <a:r>
              <a:rPr lang="en-US" dirty="0">
                <a:latin typeface="Segoe UI Black" panose="020B0A02040204020203" pitchFamily="34" charset="0"/>
                <a:ea typeface="Segoe UI Black" panose="020B0A02040204020203" pitchFamily="34" charset="0"/>
                <a:cs typeface="Segoe UI Semibold" panose="020B0702040204020203" pitchFamily="34" charset="0"/>
              </a:rPr>
              <a:t>Growth: </a:t>
            </a:r>
            <a:r>
              <a:rPr lang="en-US" dirty="0">
                <a:latin typeface="Segoe UI Semibold" panose="020B0702040204020203" pitchFamily="34" charset="0"/>
                <a:cs typeface="Segoe UI Semibold" panose="020B0702040204020203" pitchFamily="34" charset="0"/>
              </a:rPr>
              <a:t>Better satisfaction = higher retention.</a:t>
            </a:r>
          </a:p>
          <a:p>
            <a:r>
              <a:rPr lang="en-US" dirty="0">
                <a:latin typeface="Segoe UI Black" panose="020B0A02040204020203" pitchFamily="34" charset="0"/>
                <a:ea typeface="Segoe UI Black" panose="020B0A02040204020203" pitchFamily="34" charset="0"/>
                <a:cs typeface="Segoe UI Semibold" panose="020B0702040204020203" pitchFamily="34" charset="0"/>
              </a:rPr>
              <a:t>Leadership: </a:t>
            </a:r>
            <a:r>
              <a:rPr lang="en-US" dirty="0">
                <a:latin typeface="Segoe UI Semibold" panose="020B0702040204020203" pitchFamily="34" charset="0"/>
                <a:cs typeface="Segoe UI Semibold" panose="020B0702040204020203" pitchFamily="34" charset="0"/>
              </a:rPr>
              <a:t>AI chatbots reduce costs, lead competition.</a:t>
            </a:r>
          </a:p>
          <a:p>
            <a:pPr marL="0" indent="0">
              <a:buNone/>
            </a:pPr>
            <a:r>
              <a:rPr lang="en-US" sz="2800" b="1" dirty="0">
                <a:latin typeface="Segoe UI Black" panose="020B0A02040204020203" pitchFamily="34" charset="0"/>
                <a:ea typeface="Segoe UI Black" panose="020B0A02040204020203" pitchFamily="34" charset="0"/>
                <a:cs typeface="Segoe UI Semibold" panose="020B0702040204020203" pitchFamily="34" charset="0"/>
              </a:rPr>
              <a:t>Closing</a:t>
            </a:r>
          </a:p>
          <a:p>
            <a:r>
              <a:rPr lang="en-US" dirty="0" err="1">
                <a:latin typeface="Segoe UI Semibold" panose="020B0702040204020203" pitchFamily="34" charset="0"/>
                <a:cs typeface="Segoe UI Semibold" panose="020B0702040204020203" pitchFamily="34" charset="0"/>
              </a:rPr>
              <a:t>AstroSage</a:t>
            </a:r>
            <a:r>
              <a:rPr lang="en-US" dirty="0">
                <a:latin typeface="Segoe UI Semibold" panose="020B0702040204020203" pitchFamily="34" charset="0"/>
                <a:cs typeface="Segoe UI Semibold" panose="020B0702040204020203" pitchFamily="34" charset="0"/>
              </a:rPr>
              <a:t> has strong potential for growth.</a:t>
            </a:r>
          </a:p>
          <a:p>
            <a:pPr marL="0" indent="0">
              <a:buNone/>
            </a:pPr>
            <a:endParaRPr lang="en-US" dirty="0"/>
          </a:p>
          <a:p>
            <a:endParaRPr lang="en-IN" dirty="0"/>
          </a:p>
        </p:txBody>
      </p:sp>
    </p:spTree>
    <p:extLst>
      <p:ext uri="{BB962C8B-B14F-4D97-AF65-F5344CB8AC3E}">
        <p14:creationId xmlns:p14="http://schemas.microsoft.com/office/powerpoint/2010/main" val="3191189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998CD-1752-5D64-0A24-9039FA7D3A62}"/>
              </a:ext>
            </a:extLst>
          </p:cNvPr>
          <p:cNvSpPr>
            <a:spLocks noGrp="1"/>
          </p:cNvSpPr>
          <p:nvPr>
            <p:ph type="title"/>
          </p:nvPr>
        </p:nvSpPr>
        <p:spPr/>
        <p:txBody>
          <a:bodyPr>
            <a:normAutofit/>
          </a:bodyPr>
          <a:lstStyle/>
          <a:p>
            <a:pPr algn="ctr"/>
            <a:r>
              <a:rPr lang="en-US" sz="4800" dirty="0">
                <a:latin typeface="Arial Black" panose="020B0A04020102020204" pitchFamily="34" charset="0"/>
              </a:rPr>
              <a:t>Thank You</a:t>
            </a:r>
            <a:endParaRPr lang="en-IN" sz="4800" dirty="0">
              <a:latin typeface="Arial Black" panose="020B0A04020102020204" pitchFamily="34" charset="0"/>
            </a:endParaRPr>
          </a:p>
        </p:txBody>
      </p:sp>
    </p:spTree>
    <p:extLst>
      <p:ext uri="{BB962C8B-B14F-4D97-AF65-F5344CB8AC3E}">
        <p14:creationId xmlns:p14="http://schemas.microsoft.com/office/powerpoint/2010/main" val="4104674094"/>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Berlin</Template>
  <TotalTime>1852</TotalTime>
  <Words>847</Words>
  <Application>Microsoft Office PowerPoint</Application>
  <PresentationFormat>Widescreen</PresentationFormat>
  <Paragraphs>183</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 Black</vt:lpstr>
      <vt:lpstr>Calibri Light (Headings)</vt:lpstr>
      <vt:lpstr>Segoe UI Black</vt:lpstr>
      <vt:lpstr>Segoe UI Semibold</vt:lpstr>
      <vt:lpstr>Trebuchet MS</vt:lpstr>
      <vt:lpstr>Trebuchet MS (Body)</vt:lpstr>
      <vt:lpstr>Berlin</vt:lpstr>
      <vt:lpstr>AstroSage Analysis</vt:lpstr>
      <vt:lpstr>About Astro Sage</vt:lpstr>
      <vt:lpstr>Problem Statement</vt:lpstr>
      <vt:lpstr>How AstroSage Work</vt:lpstr>
      <vt:lpstr>Data Overview</vt:lpstr>
      <vt:lpstr>Data Cleaning &amp; Preprocessing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DashBoard</vt:lpstr>
      <vt:lpstr>Strategic Recommendations </vt:lpstr>
      <vt:lpstr>Strategic Recommendations </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ere kk</dc:creator>
  <cp:lastModifiedBy>ere kk</cp:lastModifiedBy>
  <cp:revision>1</cp:revision>
  <dcterms:created xsi:type="dcterms:W3CDTF">2025-09-20T08:21:52Z</dcterms:created>
  <dcterms:modified xsi:type="dcterms:W3CDTF">2026-01-06T04:58:35Z</dcterms:modified>
</cp:coreProperties>
</file>